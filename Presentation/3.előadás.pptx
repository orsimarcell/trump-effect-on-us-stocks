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0"/>
  </p:notesMasterIdLst>
  <p:sldIdLst>
    <p:sldId id="256" r:id="rId2"/>
    <p:sldId id="275" r:id="rId3"/>
    <p:sldId id="277" r:id="rId4"/>
    <p:sldId id="283" r:id="rId5"/>
    <p:sldId id="269" r:id="rId6"/>
    <p:sldId id="284" r:id="rId7"/>
    <p:sldId id="286" r:id="rId8"/>
    <p:sldId id="288" r:id="rId9"/>
    <p:sldId id="289" r:id="rId10"/>
    <p:sldId id="292" r:id="rId11"/>
    <p:sldId id="298" r:id="rId12"/>
    <p:sldId id="291" r:id="rId13"/>
    <p:sldId id="293" r:id="rId14"/>
    <p:sldId id="294" r:id="rId15"/>
    <p:sldId id="295" r:id="rId16"/>
    <p:sldId id="296" r:id="rId17"/>
    <p:sldId id="285" r:id="rId18"/>
    <p:sldId id="279" r:id="rId1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82768" autoAdjust="0"/>
  </p:normalViewPr>
  <p:slideViewPr>
    <p:cSldViewPr snapToGrid="0">
      <p:cViewPr varScale="1">
        <p:scale>
          <a:sx n="68" d="100"/>
          <a:sy n="68" d="100"/>
        </p:scale>
        <p:origin x="12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8C6630-5B40-4B6E-B507-0D9E66F59F2C}" type="doc">
      <dgm:prSet loTypeId="urn:microsoft.com/office/officeart/2005/8/layout/defaul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hu-HU"/>
        </a:p>
      </dgm:t>
    </dgm:pt>
    <dgm:pt modelId="{35EC8437-85F3-4F01-AD49-5C7A3DB9898F}">
      <dgm:prSet phldrT="[Szöveg]"/>
      <dgm:spPr/>
      <dgm:t>
        <a:bodyPr/>
        <a:lstStyle/>
        <a:p>
          <a:r>
            <a:rPr lang="hu-HU" dirty="0"/>
            <a:t>Kampányígéretek</a:t>
          </a:r>
        </a:p>
      </dgm:t>
    </dgm:pt>
    <dgm:pt modelId="{1E050E57-3AC3-4346-99F4-A75FE83319D9}" type="parTrans" cxnId="{FBB09E83-60BD-4906-B86F-6F5F4C7B8962}">
      <dgm:prSet/>
      <dgm:spPr/>
      <dgm:t>
        <a:bodyPr/>
        <a:lstStyle/>
        <a:p>
          <a:endParaRPr lang="hu-HU"/>
        </a:p>
      </dgm:t>
    </dgm:pt>
    <dgm:pt modelId="{8B811D63-BAF2-4575-80EA-65A3EE6E3144}" type="sibTrans" cxnId="{FBB09E83-60BD-4906-B86F-6F5F4C7B8962}">
      <dgm:prSet/>
      <dgm:spPr/>
      <dgm:t>
        <a:bodyPr/>
        <a:lstStyle/>
        <a:p>
          <a:endParaRPr lang="hu-HU"/>
        </a:p>
      </dgm:t>
    </dgm:pt>
    <dgm:pt modelId="{33291AA5-6775-4217-82F8-FDC280D5A175}">
      <dgm:prSet phldrT="[Szöveg]"/>
      <dgm:spPr/>
      <dgm:t>
        <a:bodyPr/>
        <a:lstStyle/>
        <a:p>
          <a:r>
            <a:rPr lang="hu-HU" dirty="0"/>
            <a:t>Rövid távú befektetői reakciók</a:t>
          </a:r>
        </a:p>
      </dgm:t>
    </dgm:pt>
    <dgm:pt modelId="{2BE4307B-38B8-4CA9-B7CE-7746C69EBF35}" type="parTrans" cxnId="{7F007DE3-B57C-43ED-BAD2-9FC86C528536}">
      <dgm:prSet/>
      <dgm:spPr/>
      <dgm:t>
        <a:bodyPr/>
        <a:lstStyle/>
        <a:p>
          <a:endParaRPr lang="hu-HU"/>
        </a:p>
      </dgm:t>
    </dgm:pt>
    <dgm:pt modelId="{93346B81-35BE-4253-99EC-AE3F799F58FF}" type="sibTrans" cxnId="{7F007DE3-B57C-43ED-BAD2-9FC86C528536}">
      <dgm:prSet/>
      <dgm:spPr/>
      <dgm:t>
        <a:bodyPr/>
        <a:lstStyle/>
        <a:p>
          <a:endParaRPr lang="hu-HU"/>
        </a:p>
      </dgm:t>
    </dgm:pt>
    <dgm:pt modelId="{8B8778BA-C4F2-4534-8230-1D1FFAFE043B}">
      <dgm:prSet phldrT="[Szöveg]"/>
      <dgm:spPr/>
      <dgm:t>
        <a:bodyPr/>
        <a:lstStyle/>
        <a:p>
          <a:r>
            <a:rPr lang="hu-HU" dirty="0"/>
            <a:t>Kiemelt szektorok</a:t>
          </a:r>
        </a:p>
      </dgm:t>
    </dgm:pt>
    <dgm:pt modelId="{84A21996-C978-4DB0-BBCE-FB7F6C1D1B74}" type="parTrans" cxnId="{E43A02E7-4DDB-4D12-A589-DE258B1F4764}">
      <dgm:prSet/>
      <dgm:spPr/>
      <dgm:t>
        <a:bodyPr/>
        <a:lstStyle/>
        <a:p>
          <a:endParaRPr lang="hu-HU"/>
        </a:p>
      </dgm:t>
    </dgm:pt>
    <dgm:pt modelId="{62FA5284-9D3E-457F-AB49-6A2809BCBF8D}" type="sibTrans" cxnId="{E43A02E7-4DDB-4D12-A589-DE258B1F4764}">
      <dgm:prSet/>
      <dgm:spPr/>
      <dgm:t>
        <a:bodyPr/>
        <a:lstStyle/>
        <a:p>
          <a:endParaRPr lang="hu-HU"/>
        </a:p>
      </dgm:t>
    </dgm:pt>
    <dgm:pt modelId="{9C5803BA-9898-4ADF-9EA5-A9482401C946}">
      <dgm:prSet phldrT="[Szöveg]"/>
      <dgm:spPr/>
      <dgm:t>
        <a:bodyPr/>
        <a:lstStyle/>
        <a:p>
          <a:r>
            <a:rPr lang="hu-HU" dirty="0"/>
            <a:t>Kockázatok</a:t>
          </a:r>
        </a:p>
      </dgm:t>
    </dgm:pt>
    <dgm:pt modelId="{3EFED2A9-63C5-4E9B-85B8-E9BB57964010}" type="parTrans" cxnId="{4DBA2617-55E4-482C-BB5E-0341F6901A88}">
      <dgm:prSet/>
      <dgm:spPr/>
      <dgm:t>
        <a:bodyPr/>
        <a:lstStyle/>
        <a:p>
          <a:endParaRPr lang="hu-HU"/>
        </a:p>
      </dgm:t>
    </dgm:pt>
    <dgm:pt modelId="{56A64685-C0EB-41FA-A076-FC95A03EED62}" type="sibTrans" cxnId="{4DBA2617-55E4-482C-BB5E-0341F6901A88}">
      <dgm:prSet/>
      <dgm:spPr/>
      <dgm:t>
        <a:bodyPr/>
        <a:lstStyle/>
        <a:p>
          <a:endParaRPr lang="hu-HU"/>
        </a:p>
      </dgm:t>
    </dgm:pt>
    <dgm:pt modelId="{A42A5952-5A17-4BF3-BADC-8C25AC3A31C8}" type="pres">
      <dgm:prSet presAssocID="{0B8C6630-5B40-4B6E-B507-0D9E66F59F2C}" presName="diagram" presStyleCnt="0">
        <dgm:presLayoutVars>
          <dgm:dir/>
          <dgm:resizeHandles val="exact"/>
        </dgm:presLayoutVars>
      </dgm:prSet>
      <dgm:spPr/>
    </dgm:pt>
    <dgm:pt modelId="{16B6DC0E-7A6A-44E0-9D4C-E9574DFB8E8D}" type="pres">
      <dgm:prSet presAssocID="{35EC8437-85F3-4F01-AD49-5C7A3DB9898F}" presName="node" presStyleLbl="node1" presStyleIdx="0" presStyleCnt="4">
        <dgm:presLayoutVars>
          <dgm:bulletEnabled val="1"/>
        </dgm:presLayoutVars>
      </dgm:prSet>
      <dgm:spPr/>
    </dgm:pt>
    <dgm:pt modelId="{7000E47F-5E77-4787-930C-6B40D874B08F}" type="pres">
      <dgm:prSet presAssocID="{8B811D63-BAF2-4575-80EA-65A3EE6E3144}" presName="sibTrans" presStyleCnt="0"/>
      <dgm:spPr/>
    </dgm:pt>
    <dgm:pt modelId="{7F9A7245-9D79-40DA-BEC4-A2F8A5D30D41}" type="pres">
      <dgm:prSet presAssocID="{33291AA5-6775-4217-82F8-FDC280D5A175}" presName="node" presStyleLbl="node1" presStyleIdx="1" presStyleCnt="4">
        <dgm:presLayoutVars>
          <dgm:bulletEnabled val="1"/>
        </dgm:presLayoutVars>
      </dgm:prSet>
      <dgm:spPr/>
    </dgm:pt>
    <dgm:pt modelId="{279667BC-E472-4574-9881-482CDB5F5B25}" type="pres">
      <dgm:prSet presAssocID="{93346B81-35BE-4253-99EC-AE3F799F58FF}" presName="sibTrans" presStyleCnt="0"/>
      <dgm:spPr/>
    </dgm:pt>
    <dgm:pt modelId="{20FB07B8-DC29-4A9F-8946-219025D2ED8E}" type="pres">
      <dgm:prSet presAssocID="{8B8778BA-C4F2-4534-8230-1D1FFAFE043B}" presName="node" presStyleLbl="node1" presStyleIdx="2" presStyleCnt="4">
        <dgm:presLayoutVars>
          <dgm:bulletEnabled val="1"/>
        </dgm:presLayoutVars>
      </dgm:prSet>
      <dgm:spPr/>
    </dgm:pt>
    <dgm:pt modelId="{03253CD5-8FFB-4B4E-96E2-A3C5BB8E7EFB}" type="pres">
      <dgm:prSet presAssocID="{62FA5284-9D3E-457F-AB49-6A2809BCBF8D}" presName="sibTrans" presStyleCnt="0"/>
      <dgm:spPr/>
    </dgm:pt>
    <dgm:pt modelId="{135858F0-F707-4549-AEDA-8D573B198B0C}" type="pres">
      <dgm:prSet presAssocID="{9C5803BA-9898-4ADF-9EA5-A9482401C946}" presName="node" presStyleLbl="node1" presStyleIdx="3" presStyleCnt="4">
        <dgm:presLayoutVars>
          <dgm:bulletEnabled val="1"/>
        </dgm:presLayoutVars>
      </dgm:prSet>
      <dgm:spPr/>
    </dgm:pt>
  </dgm:ptLst>
  <dgm:cxnLst>
    <dgm:cxn modelId="{D2ADD715-933F-431C-9994-2BD71D2A7DD2}" type="presOf" srcId="{0B8C6630-5B40-4B6E-B507-0D9E66F59F2C}" destId="{A42A5952-5A17-4BF3-BADC-8C25AC3A31C8}" srcOrd="0" destOrd="0" presId="urn:microsoft.com/office/officeart/2005/8/layout/default"/>
    <dgm:cxn modelId="{4DBA2617-55E4-482C-BB5E-0341F6901A88}" srcId="{0B8C6630-5B40-4B6E-B507-0D9E66F59F2C}" destId="{9C5803BA-9898-4ADF-9EA5-A9482401C946}" srcOrd="3" destOrd="0" parTransId="{3EFED2A9-63C5-4E9B-85B8-E9BB57964010}" sibTransId="{56A64685-C0EB-41FA-A076-FC95A03EED62}"/>
    <dgm:cxn modelId="{1E302677-DB15-4D37-BC19-18E37003F475}" type="presOf" srcId="{9C5803BA-9898-4ADF-9EA5-A9482401C946}" destId="{135858F0-F707-4549-AEDA-8D573B198B0C}" srcOrd="0" destOrd="0" presId="urn:microsoft.com/office/officeart/2005/8/layout/default"/>
    <dgm:cxn modelId="{E8BEFF7B-08E9-4E3F-B0FC-A14DB24DBB44}" type="presOf" srcId="{33291AA5-6775-4217-82F8-FDC280D5A175}" destId="{7F9A7245-9D79-40DA-BEC4-A2F8A5D30D41}" srcOrd="0" destOrd="0" presId="urn:microsoft.com/office/officeart/2005/8/layout/default"/>
    <dgm:cxn modelId="{FBB09E83-60BD-4906-B86F-6F5F4C7B8962}" srcId="{0B8C6630-5B40-4B6E-B507-0D9E66F59F2C}" destId="{35EC8437-85F3-4F01-AD49-5C7A3DB9898F}" srcOrd="0" destOrd="0" parTransId="{1E050E57-3AC3-4346-99F4-A75FE83319D9}" sibTransId="{8B811D63-BAF2-4575-80EA-65A3EE6E3144}"/>
    <dgm:cxn modelId="{472924BE-39D7-4669-81D2-A9E061BCA093}" type="presOf" srcId="{8B8778BA-C4F2-4534-8230-1D1FFAFE043B}" destId="{20FB07B8-DC29-4A9F-8946-219025D2ED8E}" srcOrd="0" destOrd="0" presId="urn:microsoft.com/office/officeart/2005/8/layout/default"/>
    <dgm:cxn modelId="{37EDD2C4-CB89-44DF-8EC7-75C0ABDBC156}" type="presOf" srcId="{35EC8437-85F3-4F01-AD49-5C7A3DB9898F}" destId="{16B6DC0E-7A6A-44E0-9D4C-E9574DFB8E8D}" srcOrd="0" destOrd="0" presId="urn:microsoft.com/office/officeart/2005/8/layout/default"/>
    <dgm:cxn modelId="{7F007DE3-B57C-43ED-BAD2-9FC86C528536}" srcId="{0B8C6630-5B40-4B6E-B507-0D9E66F59F2C}" destId="{33291AA5-6775-4217-82F8-FDC280D5A175}" srcOrd="1" destOrd="0" parTransId="{2BE4307B-38B8-4CA9-B7CE-7746C69EBF35}" sibTransId="{93346B81-35BE-4253-99EC-AE3F799F58FF}"/>
    <dgm:cxn modelId="{E43A02E7-4DDB-4D12-A589-DE258B1F4764}" srcId="{0B8C6630-5B40-4B6E-B507-0D9E66F59F2C}" destId="{8B8778BA-C4F2-4534-8230-1D1FFAFE043B}" srcOrd="2" destOrd="0" parTransId="{84A21996-C978-4DB0-BBCE-FB7F6C1D1B74}" sibTransId="{62FA5284-9D3E-457F-AB49-6A2809BCBF8D}"/>
    <dgm:cxn modelId="{8E4097DD-99A9-4041-8DF2-AB3AC093B997}" type="presParOf" srcId="{A42A5952-5A17-4BF3-BADC-8C25AC3A31C8}" destId="{16B6DC0E-7A6A-44E0-9D4C-E9574DFB8E8D}" srcOrd="0" destOrd="0" presId="urn:microsoft.com/office/officeart/2005/8/layout/default"/>
    <dgm:cxn modelId="{90BD1BD4-74B0-4302-9497-36F18640A24A}" type="presParOf" srcId="{A42A5952-5A17-4BF3-BADC-8C25AC3A31C8}" destId="{7000E47F-5E77-4787-930C-6B40D874B08F}" srcOrd="1" destOrd="0" presId="urn:microsoft.com/office/officeart/2005/8/layout/default"/>
    <dgm:cxn modelId="{FBC23550-99FB-4D44-ACA7-5B8AE6DC9924}" type="presParOf" srcId="{A42A5952-5A17-4BF3-BADC-8C25AC3A31C8}" destId="{7F9A7245-9D79-40DA-BEC4-A2F8A5D30D41}" srcOrd="2" destOrd="0" presId="urn:microsoft.com/office/officeart/2005/8/layout/default"/>
    <dgm:cxn modelId="{036F3313-C3D5-4C42-93CD-4CE39D7463E1}" type="presParOf" srcId="{A42A5952-5A17-4BF3-BADC-8C25AC3A31C8}" destId="{279667BC-E472-4574-9881-482CDB5F5B25}" srcOrd="3" destOrd="0" presId="urn:microsoft.com/office/officeart/2005/8/layout/default"/>
    <dgm:cxn modelId="{2358671A-B50D-4F97-BE3E-6A18334E443E}" type="presParOf" srcId="{A42A5952-5A17-4BF3-BADC-8C25AC3A31C8}" destId="{20FB07B8-DC29-4A9F-8946-219025D2ED8E}" srcOrd="4" destOrd="0" presId="urn:microsoft.com/office/officeart/2005/8/layout/default"/>
    <dgm:cxn modelId="{C61EFC31-B43C-4BF9-A2AA-E040077FBEF0}" type="presParOf" srcId="{A42A5952-5A17-4BF3-BADC-8C25AC3A31C8}" destId="{03253CD5-8FFB-4B4E-96E2-A3C5BB8E7EFB}" srcOrd="5" destOrd="0" presId="urn:microsoft.com/office/officeart/2005/8/layout/default"/>
    <dgm:cxn modelId="{8EE9FA30-192D-4632-907C-8E4939832F39}" type="presParOf" srcId="{A42A5952-5A17-4BF3-BADC-8C25AC3A31C8}" destId="{135858F0-F707-4549-AEDA-8D573B198B0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3FF9C2-1128-43A7-8834-29C9FEBF107A}" type="doc">
      <dgm:prSet loTypeId="urn:microsoft.com/office/officeart/2005/8/layout/vList3" loCatId="list" qsTypeId="urn:microsoft.com/office/officeart/2005/8/quickstyle/simple1" qsCatId="simple" csTypeId="urn:microsoft.com/office/officeart/2005/8/colors/accent1_3" csCatId="accent1" phldr="1"/>
      <dgm:spPr/>
    </dgm:pt>
    <dgm:pt modelId="{453DF6BE-D79B-41B5-8EF3-3880C22781E8}">
      <dgm:prSet phldrT="[Szöveg]"/>
      <dgm:spPr/>
      <dgm:t>
        <a:bodyPr/>
        <a:lstStyle/>
        <a:p>
          <a:r>
            <a:rPr lang="hu-HU" dirty="0"/>
            <a:t>Szektorspecifikus hatás</a:t>
          </a:r>
        </a:p>
      </dgm:t>
    </dgm:pt>
    <dgm:pt modelId="{679C3482-6B01-43EE-A059-C4BE374293D5}" type="parTrans" cxnId="{9C95B893-69A7-41F4-A716-A2AF0462F279}">
      <dgm:prSet/>
      <dgm:spPr/>
      <dgm:t>
        <a:bodyPr/>
        <a:lstStyle/>
        <a:p>
          <a:endParaRPr lang="hu-HU"/>
        </a:p>
      </dgm:t>
    </dgm:pt>
    <dgm:pt modelId="{94F1FD6D-FFCF-4790-B49C-5103452536FF}" type="sibTrans" cxnId="{9C95B893-69A7-41F4-A716-A2AF0462F279}">
      <dgm:prSet/>
      <dgm:spPr/>
      <dgm:t>
        <a:bodyPr/>
        <a:lstStyle/>
        <a:p>
          <a:endParaRPr lang="hu-HU"/>
        </a:p>
      </dgm:t>
    </dgm:pt>
    <dgm:pt modelId="{197A4CFE-5522-450A-8724-E13D196E12BD}">
      <dgm:prSet phldrT="[Szöveg]"/>
      <dgm:spPr/>
      <dgm:t>
        <a:bodyPr/>
        <a:lstStyle/>
        <a:p>
          <a:r>
            <a:rPr lang="hu-HU" dirty="0"/>
            <a:t>Időzítés és bizonytalanság</a:t>
          </a:r>
        </a:p>
      </dgm:t>
    </dgm:pt>
    <dgm:pt modelId="{C504740B-34FE-4E2B-A487-814C3CBA0F5F}" type="parTrans" cxnId="{5B4E20B2-4059-43EE-BFB9-AB1A6461B320}">
      <dgm:prSet/>
      <dgm:spPr/>
      <dgm:t>
        <a:bodyPr/>
        <a:lstStyle/>
        <a:p>
          <a:endParaRPr lang="hu-HU"/>
        </a:p>
      </dgm:t>
    </dgm:pt>
    <dgm:pt modelId="{BCDD84B5-3AFD-4653-BF33-EE418A078968}" type="sibTrans" cxnId="{5B4E20B2-4059-43EE-BFB9-AB1A6461B320}">
      <dgm:prSet/>
      <dgm:spPr/>
      <dgm:t>
        <a:bodyPr/>
        <a:lstStyle/>
        <a:p>
          <a:endParaRPr lang="hu-HU"/>
        </a:p>
      </dgm:t>
    </dgm:pt>
    <dgm:pt modelId="{EE26D05D-C874-4599-B750-074B8D19792B}">
      <dgm:prSet phldrT="[Szöveg]"/>
      <dgm:spPr/>
      <dgm:t>
        <a:bodyPr/>
        <a:lstStyle/>
        <a:p>
          <a:r>
            <a:rPr lang="hu-HU" dirty="0"/>
            <a:t>Hosszabb távot már a fundamentumok határozzák meg</a:t>
          </a:r>
        </a:p>
      </dgm:t>
    </dgm:pt>
    <dgm:pt modelId="{05998B2F-FF6D-4968-BDC6-CCB8344B4937}" type="parTrans" cxnId="{EA18E694-A732-4040-982D-91F451652A30}">
      <dgm:prSet/>
      <dgm:spPr/>
      <dgm:t>
        <a:bodyPr/>
        <a:lstStyle/>
        <a:p>
          <a:endParaRPr lang="hu-HU"/>
        </a:p>
      </dgm:t>
    </dgm:pt>
    <dgm:pt modelId="{351E8DD8-5AD0-455A-9344-8E4D317CE89F}" type="sibTrans" cxnId="{EA18E694-A732-4040-982D-91F451652A30}">
      <dgm:prSet/>
      <dgm:spPr/>
      <dgm:t>
        <a:bodyPr/>
        <a:lstStyle/>
        <a:p>
          <a:endParaRPr lang="hu-HU"/>
        </a:p>
      </dgm:t>
    </dgm:pt>
    <dgm:pt modelId="{C433095D-FC40-4CFB-AEE5-385A95C3A41C}" type="pres">
      <dgm:prSet presAssocID="{B83FF9C2-1128-43A7-8834-29C9FEBF107A}" presName="linearFlow" presStyleCnt="0">
        <dgm:presLayoutVars>
          <dgm:dir/>
          <dgm:resizeHandles val="exact"/>
        </dgm:presLayoutVars>
      </dgm:prSet>
      <dgm:spPr/>
    </dgm:pt>
    <dgm:pt modelId="{989D351E-69A5-4EDC-AA99-D384CBC69FA7}" type="pres">
      <dgm:prSet presAssocID="{453DF6BE-D79B-41B5-8EF3-3880C22781E8}" presName="composite" presStyleCnt="0"/>
      <dgm:spPr/>
    </dgm:pt>
    <dgm:pt modelId="{D9231D45-A7E0-4B2F-8860-F74C7BBA7D93}" type="pres">
      <dgm:prSet presAssocID="{453DF6BE-D79B-41B5-8EF3-3880C22781E8}" presName="imgShp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 l="-13000" r="-13000"/>
          </a:stretch>
        </a:blipFill>
      </dgm:spPr>
    </dgm:pt>
    <dgm:pt modelId="{01AC4587-716C-4E7D-ADE6-3E900D64C15E}" type="pres">
      <dgm:prSet presAssocID="{453DF6BE-D79B-41B5-8EF3-3880C22781E8}" presName="txShp" presStyleLbl="node1" presStyleIdx="0" presStyleCnt="3">
        <dgm:presLayoutVars>
          <dgm:bulletEnabled val="1"/>
        </dgm:presLayoutVars>
      </dgm:prSet>
      <dgm:spPr/>
    </dgm:pt>
    <dgm:pt modelId="{AF3E2D4B-2213-4C00-B336-3E1A03FE5965}" type="pres">
      <dgm:prSet presAssocID="{94F1FD6D-FFCF-4790-B49C-5103452536FF}" presName="spacing" presStyleCnt="0"/>
      <dgm:spPr/>
    </dgm:pt>
    <dgm:pt modelId="{DFF78B4C-C985-4150-ACE1-36C4D48B2DAB}" type="pres">
      <dgm:prSet presAssocID="{197A4CFE-5522-450A-8724-E13D196E12BD}" presName="composite" presStyleCnt="0"/>
      <dgm:spPr/>
    </dgm:pt>
    <dgm:pt modelId="{92F915FA-FD2C-4586-A725-A1A71C98A106}" type="pres">
      <dgm:prSet presAssocID="{197A4CFE-5522-450A-8724-E13D196E12BD}" presName="imgShp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l="-30000" r="-30000"/>
          </a:stretch>
        </a:blipFill>
      </dgm:spPr>
    </dgm:pt>
    <dgm:pt modelId="{B29BC85C-89FB-4C80-B98E-B531C4AED217}" type="pres">
      <dgm:prSet presAssocID="{197A4CFE-5522-450A-8724-E13D196E12BD}" presName="txShp" presStyleLbl="node1" presStyleIdx="1" presStyleCnt="3">
        <dgm:presLayoutVars>
          <dgm:bulletEnabled val="1"/>
        </dgm:presLayoutVars>
      </dgm:prSet>
      <dgm:spPr/>
    </dgm:pt>
    <dgm:pt modelId="{06618D00-E129-4CEC-B520-32847DC66950}" type="pres">
      <dgm:prSet presAssocID="{BCDD84B5-3AFD-4653-BF33-EE418A078968}" presName="spacing" presStyleCnt="0"/>
      <dgm:spPr/>
    </dgm:pt>
    <dgm:pt modelId="{8E4AFCD7-6B11-4FE4-8032-EC4CA7BEB470}" type="pres">
      <dgm:prSet presAssocID="{EE26D05D-C874-4599-B750-074B8D19792B}" presName="composite" presStyleCnt="0"/>
      <dgm:spPr/>
    </dgm:pt>
    <dgm:pt modelId="{10105F34-DE59-4C65-B040-53AF1476062F}" type="pres">
      <dgm:prSet presAssocID="{EE26D05D-C874-4599-B750-074B8D19792B}" presName="imgShp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5831255E-9BA0-4C9A-8EA9-9563EC5909EB}" type="pres">
      <dgm:prSet presAssocID="{EE26D05D-C874-4599-B750-074B8D19792B}" presName="txShp" presStyleLbl="node1" presStyleIdx="2" presStyleCnt="3">
        <dgm:presLayoutVars>
          <dgm:bulletEnabled val="1"/>
        </dgm:presLayoutVars>
      </dgm:prSet>
      <dgm:spPr/>
    </dgm:pt>
  </dgm:ptLst>
  <dgm:cxnLst>
    <dgm:cxn modelId="{E228A513-4B63-455F-91C1-E36C2696CAB2}" type="presOf" srcId="{453DF6BE-D79B-41B5-8EF3-3880C22781E8}" destId="{01AC4587-716C-4E7D-ADE6-3E900D64C15E}" srcOrd="0" destOrd="0" presId="urn:microsoft.com/office/officeart/2005/8/layout/vList3"/>
    <dgm:cxn modelId="{5931C315-0030-433C-A76F-42316A75CF31}" type="presOf" srcId="{197A4CFE-5522-450A-8724-E13D196E12BD}" destId="{B29BC85C-89FB-4C80-B98E-B531C4AED217}" srcOrd="0" destOrd="0" presId="urn:microsoft.com/office/officeart/2005/8/layout/vList3"/>
    <dgm:cxn modelId="{99ECCB60-99E6-4107-A6EA-7871CF3B1D70}" type="presOf" srcId="{EE26D05D-C874-4599-B750-074B8D19792B}" destId="{5831255E-9BA0-4C9A-8EA9-9563EC5909EB}" srcOrd="0" destOrd="0" presId="urn:microsoft.com/office/officeart/2005/8/layout/vList3"/>
    <dgm:cxn modelId="{9C95B893-69A7-41F4-A716-A2AF0462F279}" srcId="{B83FF9C2-1128-43A7-8834-29C9FEBF107A}" destId="{453DF6BE-D79B-41B5-8EF3-3880C22781E8}" srcOrd="0" destOrd="0" parTransId="{679C3482-6B01-43EE-A059-C4BE374293D5}" sibTransId="{94F1FD6D-FFCF-4790-B49C-5103452536FF}"/>
    <dgm:cxn modelId="{EA18E694-A732-4040-982D-91F451652A30}" srcId="{B83FF9C2-1128-43A7-8834-29C9FEBF107A}" destId="{EE26D05D-C874-4599-B750-074B8D19792B}" srcOrd="2" destOrd="0" parTransId="{05998B2F-FF6D-4968-BDC6-CCB8344B4937}" sibTransId="{351E8DD8-5AD0-455A-9344-8E4D317CE89F}"/>
    <dgm:cxn modelId="{5B4E20B2-4059-43EE-BFB9-AB1A6461B320}" srcId="{B83FF9C2-1128-43A7-8834-29C9FEBF107A}" destId="{197A4CFE-5522-450A-8724-E13D196E12BD}" srcOrd="1" destOrd="0" parTransId="{C504740B-34FE-4E2B-A487-814C3CBA0F5F}" sibTransId="{BCDD84B5-3AFD-4653-BF33-EE418A078968}"/>
    <dgm:cxn modelId="{814A2BCB-2BB0-4069-8428-434FC2D80F35}" type="presOf" srcId="{B83FF9C2-1128-43A7-8834-29C9FEBF107A}" destId="{C433095D-FC40-4CFB-AEE5-385A95C3A41C}" srcOrd="0" destOrd="0" presId="urn:microsoft.com/office/officeart/2005/8/layout/vList3"/>
    <dgm:cxn modelId="{33F1A544-FDC7-44B5-9447-FF4CCF8BECF5}" type="presParOf" srcId="{C433095D-FC40-4CFB-AEE5-385A95C3A41C}" destId="{989D351E-69A5-4EDC-AA99-D384CBC69FA7}" srcOrd="0" destOrd="0" presId="urn:microsoft.com/office/officeart/2005/8/layout/vList3"/>
    <dgm:cxn modelId="{B941C066-9CC9-4229-9FE0-8F15641FBB36}" type="presParOf" srcId="{989D351E-69A5-4EDC-AA99-D384CBC69FA7}" destId="{D9231D45-A7E0-4B2F-8860-F74C7BBA7D93}" srcOrd="0" destOrd="0" presId="urn:microsoft.com/office/officeart/2005/8/layout/vList3"/>
    <dgm:cxn modelId="{28A92615-542C-4E74-ABF8-2DE08907D483}" type="presParOf" srcId="{989D351E-69A5-4EDC-AA99-D384CBC69FA7}" destId="{01AC4587-716C-4E7D-ADE6-3E900D64C15E}" srcOrd="1" destOrd="0" presId="urn:microsoft.com/office/officeart/2005/8/layout/vList3"/>
    <dgm:cxn modelId="{FBF49EF9-6EA2-4A8F-9AE5-814B2FB18E24}" type="presParOf" srcId="{C433095D-FC40-4CFB-AEE5-385A95C3A41C}" destId="{AF3E2D4B-2213-4C00-B336-3E1A03FE5965}" srcOrd="1" destOrd="0" presId="urn:microsoft.com/office/officeart/2005/8/layout/vList3"/>
    <dgm:cxn modelId="{60DB4088-A01D-4BC3-8A60-2F48838DA402}" type="presParOf" srcId="{C433095D-FC40-4CFB-AEE5-385A95C3A41C}" destId="{DFF78B4C-C985-4150-ACE1-36C4D48B2DAB}" srcOrd="2" destOrd="0" presId="urn:microsoft.com/office/officeart/2005/8/layout/vList3"/>
    <dgm:cxn modelId="{30FE0239-D6A1-4F9A-811D-0D74C4FA528C}" type="presParOf" srcId="{DFF78B4C-C985-4150-ACE1-36C4D48B2DAB}" destId="{92F915FA-FD2C-4586-A725-A1A71C98A106}" srcOrd="0" destOrd="0" presId="urn:microsoft.com/office/officeart/2005/8/layout/vList3"/>
    <dgm:cxn modelId="{0C1677F2-5E84-4CAB-97CD-9987556F2F97}" type="presParOf" srcId="{DFF78B4C-C985-4150-ACE1-36C4D48B2DAB}" destId="{B29BC85C-89FB-4C80-B98E-B531C4AED217}" srcOrd="1" destOrd="0" presId="urn:microsoft.com/office/officeart/2005/8/layout/vList3"/>
    <dgm:cxn modelId="{32507FD4-7CF5-4512-80F5-A3EE55153D5E}" type="presParOf" srcId="{C433095D-FC40-4CFB-AEE5-385A95C3A41C}" destId="{06618D00-E129-4CEC-B520-32847DC66950}" srcOrd="3" destOrd="0" presId="urn:microsoft.com/office/officeart/2005/8/layout/vList3"/>
    <dgm:cxn modelId="{87D1B3A3-5DDB-4C93-A07A-B179091BFE88}" type="presParOf" srcId="{C433095D-FC40-4CFB-AEE5-385A95C3A41C}" destId="{8E4AFCD7-6B11-4FE4-8032-EC4CA7BEB470}" srcOrd="4" destOrd="0" presId="urn:microsoft.com/office/officeart/2005/8/layout/vList3"/>
    <dgm:cxn modelId="{D9D1AC1E-EC46-4844-8E6C-9715F85FB51A}" type="presParOf" srcId="{8E4AFCD7-6B11-4FE4-8032-EC4CA7BEB470}" destId="{10105F34-DE59-4C65-B040-53AF1476062F}" srcOrd="0" destOrd="0" presId="urn:microsoft.com/office/officeart/2005/8/layout/vList3"/>
    <dgm:cxn modelId="{2C1EE6B3-A422-470C-9E40-81316176B6FE}" type="presParOf" srcId="{8E4AFCD7-6B11-4FE4-8032-EC4CA7BEB470}" destId="{5831255E-9BA0-4C9A-8EA9-9563EC5909E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B264F4-1881-494D-A4CC-3078AF11B236}" type="doc">
      <dgm:prSet loTypeId="urn:microsoft.com/office/officeart/2005/8/layout/list1" loCatId="list" qsTypeId="urn:microsoft.com/office/officeart/2005/8/quickstyle/simple1" qsCatId="simple" csTypeId="urn:microsoft.com/office/officeart/2005/8/colors/accent1_3" csCatId="accent1" phldr="1"/>
      <dgm:spPr/>
    </dgm:pt>
    <dgm:pt modelId="{71FDF5ED-2B86-4241-A5CA-5DCB9098DFA0}">
      <dgm:prSet phldrT="[Szöveg]"/>
      <dgm:spPr/>
      <dgm:t>
        <a:bodyPr/>
        <a:lstStyle/>
        <a:p>
          <a:r>
            <a:rPr lang="hu-HU" dirty="0"/>
            <a:t>Megismételt 2016</a:t>
          </a:r>
        </a:p>
      </dgm:t>
    </dgm:pt>
    <dgm:pt modelId="{FA09E63A-0198-42E9-8F5C-168E857A4217}" type="parTrans" cxnId="{28CD3CE7-E16D-41F1-888E-5EEE746521A9}">
      <dgm:prSet/>
      <dgm:spPr/>
      <dgm:t>
        <a:bodyPr/>
        <a:lstStyle/>
        <a:p>
          <a:endParaRPr lang="hu-HU"/>
        </a:p>
      </dgm:t>
    </dgm:pt>
    <dgm:pt modelId="{18EDFC36-257C-4DD9-8236-4D9F08E192A5}" type="sibTrans" cxnId="{28CD3CE7-E16D-41F1-888E-5EEE746521A9}">
      <dgm:prSet/>
      <dgm:spPr/>
      <dgm:t>
        <a:bodyPr/>
        <a:lstStyle/>
        <a:p>
          <a:endParaRPr lang="hu-HU"/>
        </a:p>
      </dgm:t>
    </dgm:pt>
    <dgm:pt modelId="{1085FC0E-5C13-4776-9903-3DDAB2501289}">
      <dgm:prSet phldrT="[Szöveg]"/>
      <dgm:spPr/>
      <dgm:t>
        <a:bodyPr/>
        <a:lstStyle/>
        <a:p>
          <a:r>
            <a:rPr lang="hu-HU" dirty="0"/>
            <a:t>Felfokozott bizonytalanság</a:t>
          </a:r>
        </a:p>
      </dgm:t>
    </dgm:pt>
    <dgm:pt modelId="{03C76EEF-8298-4299-9564-29B2B1E18317}" type="parTrans" cxnId="{7F54B002-ECC4-48DB-8214-13022577FC70}">
      <dgm:prSet/>
      <dgm:spPr/>
      <dgm:t>
        <a:bodyPr/>
        <a:lstStyle/>
        <a:p>
          <a:endParaRPr lang="hu-HU"/>
        </a:p>
      </dgm:t>
    </dgm:pt>
    <dgm:pt modelId="{BCB535AB-91F0-4D0F-9E80-414939CC2DC1}" type="sibTrans" cxnId="{7F54B002-ECC4-48DB-8214-13022577FC70}">
      <dgm:prSet/>
      <dgm:spPr/>
      <dgm:t>
        <a:bodyPr/>
        <a:lstStyle/>
        <a:p>
          <a:endParaRPr lang="hu-HU"/>
        </a:p>
      </dgm:t>
    </dgm:pt>
    <dgm:pt modelId="{69C57963-D8A6-40D3-BA5D-53FC07FB1390}">
      <dgm:prSet phldrT="[Szöveg]"/>
      <dgm:spPr/>
      <dgm:t>
        <a:bodyPr/>
        <a:lstStyle/>
        <a:p>
          <a:r>
            <a:rPr lang="hu-HU" dirty="0"/>
            <a:t>Globális „sokkhullám”</a:t>
          </a:r>
        </a:p>
      </dgm:t>
    </dgm:pt>
    <dgm:pt modelId="{B863E4D0-9D7D-4E64-9DAF-FFEA0E3D50E2}" type="parTrans" cxnId="{345DA293-96A5-4231-86AF-914C816AF52B}">
      <dgm:prSet/>
      <dgm:spPr/>
      <dgm:t>
        <a:bodyPr/>
        <a:lstStyle/>
        <a:p>
          <a:endParaRPr lang="hu-HU"/>
        </a:p>
      </dgm:t>
    </dgm:pt>
    <dgm:pt modelId="{67170D98-A0E8-48A3-B100-5A65B3377A2E}" type="sibTrans" cxnId="{345DA293-96A5-4231-86AF-914C816AF52B}">
      <dgm:prSet/>
      <dgm:spPr/>
      <dgm:t>
        <a:bodyPr/>
        <a:lstStyle/>
        <a:p>
          <a:endParaRPr lang="hu-HU"/>
        </a:p>
      </dgm:t>
    </dgm:pt>
    <dgm:pt modelId="{79BC09E7-70A9-42EE-8D8C-E1E91891428B}">
      <dgm:prSet/>
      <dgm:spPr/>
      <dgm:t>
        <a:bodyPr/>
        <a:lstStyle/>
        <a:p>
          <a:endParaRPr lang="hu-HU" dirty="0"/>
        </a:p>
      </dgm:t>
    </dgm:pt>
    <dgm:pt modelId="{0638BB68-3F6A-4ABD-B56D-5BD9DD60BFA2}" type="parTrans" cxnId="{C3A36C47-1F45-4376-9122-39CBBA454D42}">
      <dgm:prSet/>
      <dgm:spPr/>
      <dgm:t>
        <a:bodyPr/>
        <a:lstStyle/>
        <a:p>
          <a:endParaRPr lang="hu-HU"/>
        </a:p>
      </dgm:t>
    </dgm:pt>
    <dgm:pt modelId="{AD315C53-85D4-43A7-82F1-3CF9C7631BA3}" type="sibTrans" cxnId="{C3A36C47-1F45-4376-9122-39CBBA454D42}">
      <dgm:prSet/>
      <dgm:spPr/>
      <dgm:t>
        <a:bodyPr/>
        <a:lstStyle/>
        <a:p>
          <a:endParaRPr lang="hu-HU"/>
        </a:p>
      </dgm:t>
    </dgm:pt>
    <dgm:pt modelId="{A821F365-B1D1-4CE4-AF40-77992C4B6A27}" type="pres">
      <dgm:prSet presAssocID="{06B264F4-1881-494D-A4CC-3078AF11B236}" presName="linear" presStyleCnt="0">
        <dgm:presLayoutVars>
          <dgm:dir/>
          <dgm:animLvl val="lvl"/>
          <dgm:resizeHandles val="exact"/>
        </dgm:presLayoutVars>
      </dgm:prSet>
      <dgm:spPr/>
    </dgm:pt>
    <dgm:pt modelId="{BDA8D44F-EE84-4003-8F98-0D24A20757B8}" type="pres">
      <dgm:prSet presAssocID="{71FDF5ED-2B86-4241-A5CA-5DCB9098DFA0}" presName="parentLin" presStyleCnt="0"/>
      <dgm:spPr/>
    </dgm:pt>
    <dgm:pt modelId="{8DDA64C3-16E5-4021-A3C9-71286759795A}" type="pres">
      <dgm:prSet presAssocID="{71FDF5ED-2B86-4241-A5CA-5DCB9098DFA0}" presName="parentLeftMargin" presStyleLbl="node1" presStyleIdx="0" presStyleCnt="3"/>
      <dgm:spPr/>
    </dgm:pt>
    <dgm:pt modelId="{7A0BACB8-CB7E-4E50-840E-E6A5FD94E2E6}" type="pres">
      <dgm:prSet presAssocID="{71FDF5ED-2B86-4241-A5CA-5DCB9098DF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36E6A4-06BE-4CAD-8570-5D988B42A24B}" type="pres">
      <dgm:prSet presAssocID="{71FDF5ED-2B86-4241-A5CA-5DCB9098DFA0}" presName="negativeSpace" presStyleCnt="0"/>
      <dgm:spPr/>
    </dgm:pt>
    <dgm:pt modelId="{9364C667-E322-4420-8B68-71F8BE300D04}" type="pres">
      <dgm:prSet presAssocID="{71FDF5ED-2B86-4241-A5CA-5DCB9098DFA0}" presName="childText" presStyleLbl="conFgAcc1" presStyleIdx="0" presStyleCnt="3">
        <dgm:presLayoutVars>
          <dgm:bulletEnabled val="1"/>
        </dgm:presLayoutVars>
      </dgm:prSet>
      <dgm:spPr/>
    </dgm:pt>
    <dgm:pt modelId="{CEEE40F7-CC21-4A6A-8259-4331648EB577}" type="pres">
      <dgm:prSet presAssocID="{18EDFC36-257C-4DD9-8236-4D9F08E192A5}" presName="spaceBetweenRectangles" presStyleCnt="0"/>
      <dgm:spPr/>
    </dgm:pt>
    <dgm:pt modelId="{399EB715-BB64-438B-875D-F83F10AFB4E1}" type="pres">
      <dgm:prSet presAssocID="{1085FC0E-5C13-4776-9903-3DDAB2501289}" presName="parentLin" presStyleCnt="0"/>
      <dgm:spPr/>
    </dgm:pt>
    <dgm:pt modelId="{71034125-0DB2-44B1-8B8B-53718B04C7AF}" type="pres">
      <dgm:prSet presAssocID="{1085FC0E-5C13-4776-9903-3DDAB2501289}" presName="parentLeftMargin" presStyleLbl="node1" presStyleIdx="0" presStyleCnt="3"/>
      <dgm:spPr/>
    </dgm:pt>
    <dgm:pt modelId="{D9B00693-A811-4B08-80CB-C227D1A3FE48}" type="pres">
      <dgm:prSet presAssocID="{1085FC0E-5C13-4776-9903-3DDAB25012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3CEC031-9872-4FAB-A3F7-EB0DFA1B887C}" type="pres">
      <dgm:prSet presAssocID="{1085FC0E-5C13-4776-9903-3DDAB2501289}" presName="negativeSpace" presStyleCnt="0"/>
      <dgm:spPr/>
    </dgm:pt>
    <dgm:pt modelId="{DE007E19-14D0-4C5F-AE0F-BBA7918DC2AC}" type="pres">
      <dgm:prSet presAssocID="{1085FC0E-5C13-4776-9903-3DDAB2501289}" presName="childText" presStyleLbl="conFgAcc1" presStyleIdx="1" presStyleCnt="3">
        <dgm:presLayoutVars>
          <dgm:bulletEnabled val="1"/>
        </dgm:presLayoutVars>
      </dgm:prSet>
      <dgm:spPr/>
    </dgm:pt>
    <dgm:pt modelId="{326026A3-316A-45B4-9ECD-DCBC703C2D1D}" type="pres">
      <dgm:prSet presAssocID="{BCB535AB-91F0-4D0F-9E80-414939CC2DC1}" presName="spaceBetweenRectangles" presStyleCnt="0"/>
      <dgm:spPr/>
    </dgm:pt>
    <dgm:pt modelId="{A9FB2336-08AD-4F45-99C2-7527ADDB7B96}" type="pres">
      <dgm:prSet presAssocID="{69C57963-D8A6-40D3-BA5D-53FC07FB1390}" presName="parentLin" presStyleCnt="0"/>
      <dgm:spPr/>
    </dgm:pt>
    <dgm:pt modelId="{CEC47D90-A8E2-42BF-9F17-C831AD3D96BF}" type="pres">
      <dgm:prSet presAssocID="{69C57963-D8A6-40D3-BA5D-53FC07FB1390}" presName="parentLeftMargin" presStyleLbl="node1" presStyleIdx="1" presStyleCnt="3"/>
      <dgm:spPr/>
    </dgm:pt>
    <dgm:pt modelId="{364A28F6-63E2-4637-8D43-4112BC5EC279}" type="pres">
      <dgm:prSet presAssocID="{69C57963-D8A6-40D3-BA5D-53FC07FB139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8D3E647-9A20-4619-8E0C-4355C5E8949F}" type="pres">
      <dgm:prSet presAssocID="{69C57963-D8A6-40D3-BA5D-53FC07FB1390}" presName="negativeSpace" presStyleCnt="0"/>
      <dgm:spPr/>
    </dgm:pt>
    <dgm:pt modelId="{4E8D9C58-CF34-4DC8-89CF-23CABB58F67C}" type="pres">
      <dgm:prSet presAssocID="{69C57963-D8A6-40D3-BA5D-53FC07FB139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EE8CA01-227B-44EF-8401-33744298E023}" type="presOf" srcId="{79BC09E7-70A9-42EE-8D8C-E1E91891428B}" destId="{9364C667-E322-4420-8B68-71F8BE300D04}" srcOrd="0" destOrd="0" presId="urn:microsoft.com/office/officeart/2005/8/layout/list1"/>
    <dgm:cxn modelId="{7F54B002-ECC4-48DB-8214-13022577FC70}" srcId="{06B264F4-1881-494D-A4CC-3078AF11B236}" destId="{1085FC0E-5C13-4776-9903-3DDAB2501289}" srcOrd="1" destOrd="0" parTransId="{03C76EEF-8298-4299-9564-29B2B1E18317}" sibTransId="{BCB535AB-91F0-4D0F-9E80-414939CC2DC1}"/>
    <dgm:cxn modelId="{F6B6C81F-FA14-452F-94D8-4787647345D9}" type="presOf" srcId="{06B264F4-1881-494D-A4CC-3078AF11B236}" destId="{A821F365-B1D1-4CE4-AF40-77992C4B6A27}" srcOrd="0" destOrd="0" presId="urn:microsoft.com/office/officeart/2005/8/layout/list1"/>
    <dgm:cxn modelId="{0FC1E927-ADE1-4791-BD64-293F1086ABC7}" type="presOf" srcId="{1085FC0E-5C13-4776-9903-3DDAB2501289}" destId="{71034125-0DB2-44B1-8B8B-53718B04C7AF}" srcOrd="0" destOrd="0" presId="urn:microsoft.com/office/officeart/2005/8/layout/list1"/>
    <dgm:cxn modelId="{5114AB39-CF65-4693-8D35-C6E5009F18C8}" type="presOf" srcId="{69C57963-D8A6-40D3-BA5D-53FC07FB1390}" destId="{364A28F6-63E2-4637-8D43-4112BC5EC279}" srcOrd="1" destOrd="0" presId="urn:microsoft.com/office/officeart/2005/8/layout/list1"/>
    <dgm:cxn modelId="{959EB75B-1648-49FB-A51F-CAFC5EC64B9C}" type="presOf" srcId="{1085FC0E-5C13-4776-9903-3DDAB2501289}" destId="{D9B00693-A811-4B08-80CB-C227D1A3FE48}" srcOrd="1" destOrd="0" presId="urn:microsoft.com/office/officeart/2005/8/layout/list1"/>
    <dgm:cxn modelId="{C3A36C47-1F45-4376-9122-39CBBA454D42}" srcId="{71FDF5ED-2B86-4241-A5CA-5DCB9098DFA0}" destId="{79BC09E7-70A9-42EE-8D8C-E1E91891428B}" srcOrd="0" destOrd="0" parTransId="{0638BB68-3F6A-4ABD-B56D-5BD9DD60BFA2}" sibTransId="{AD315C53-85D4-43A7-82F1-3CF9C7631BA3}"/>
    <dgm:cxn modelId="{DD789D78-B2B1-49B8-BC94-8EC93986CA09}" type="presOf" srcId="{71FDF5ED-2B86-4241-A5CA-5DCB9098DFA0}" destId="{8DDA64C3-16E5-4021-A3C9-71286759795A}" srcOrd="0" destOrd="0" presId="urn:microsoft.com/office/officeart/2005/8/layout/list1"/>
    <dgm:cxn modelId="{345DA293-96A5-4231-86AF-914C816AF52B}" srcId="{06B264F4-1881-494D-A4CC-3078AF11B236}" destId="{69C57963-D8A6-40D3-BA5D-53FC07FB1390}" srcOrd="2" destOrd="0" parTransId="{B863E4D0-9D7D-4E64-9DAF-FFEA0E3D50E2}" sibTransId="{67170D98-A0E8-48A3-B100-5A65B3377A2E}"/>
    <dgm:cxn modelId="{AF5BC6C8-A9FA-4D28-9537-779BABB16A7E}" type="presOf" srcId="{69C57963-D8A6-40D3-BA5D-53FC07FB1390}" destId="{CEC47D90-A8E2-42BF-9F17-C831AD3D96BF}" srcOrd="0" destOrd="0" presId="urn:microsoft.com/office/officeart/2005/8/layout/list1"/>
    <dgm:cxn modelId="{40D677D2-8638-479E-9216-78328FB3A7A4}" type="presOf" srcId="{71FDF5ED-2B86-4241-A5CA-5DCB9098DFA0}" destId="{7A0BACB8-CB7E-4E50-840E-E6A5FD94E2E6}" srcOrd="1" destOrd="0" presId="urn:microsoft.com/office/officeart/2005/8/layout/list1"/>
    <dgm:cxn modelId="{28CD3CE7-E16D-41F1-888E-5EEE746521A9}" srcId="{06B264F4-1881-494D-A4CC-3078AF11B236}" destId="{71FDF5ED-2B86-4241-A5CA-5DCB9098DFA0}" srcOrd="0" destOrd="0" parTransId="{FA09E63A-0198-42E9-8F5C-168E857A4217}" sibTransId="{18EDFC36-257C-4DD9-8236-4D9F08E192A5}"/>
    <dgm:cxn modelId="{C722D2CF-3E6E-46AD-B11E-93216C12A833}" type="presParOf" srcId="{A821F365-B1D1-4CE4-AF40-77992C4B6A27}" destId="{BDA8D44F-EE84-4003-8F98-0D24A20757B8}" srcOrd="0" destOrd="0" presId="urn:microsoft.com/office/officeart/2005/8/layout/list1"/>
    <dgm:cxn modelId="{99B20E8A-0F78-4304-BB9E-8CA0BF63AC0A}" type="presParOf" srcId="{BDA8D44F-EE84-4003-8F98-0D24A20757B8}" destId="{8DDA64C3-16E5-4021-A3C9-71286759795A}" srcOrd="0" destOrd="0" presId="urn:microsoft.com/office/officeart/2005/8/layout/list1"/>
    <dgm:cxn modelId="{D07F53D7-3F45-4803-9229-5C191965EB2D}" type="presParOf" srcId="{BDA8D44F-EE84-4003-8F98-0D24A20757B8}" destId="{7A0BACB8-CB7E-4E50-840E-E6A5FD94E2E6}" srcOrd="1" destOrd="0" presId="urn:microsoft.com/office/officeart/2005/8/layout/list1"/>
    <dgm:cxn modelId="{EF653776-6C29-4CC4-82EA-411C4ADA6E2E}" type="presParOf" srcId="{A821F365-B1D1-4CE4-AF40-77992C4B6A27}" destId="{FB36E6A4-06BE-4CAD-8570-5D988B42A24B}" srcOrd="1" destOrd="0" presId="urn:microsoft.com/office/officeart/2005/8/layout/list1"/>
    <dgm:cxn modelId="{28277E30-1961-43B9-9C91-2DE2D8BAFAB7}" type="presParOf" srcId="{A821F365-B1D1-4CE4-AF40-77992C4B6A27}" destId="{9364C667-E322-4420-8B68-71F8BE300D04}" srcOrd="2" destOrd="0" presId="urn:microsoft.com/office/officeart/2005/8/layout/list1"/>
    <dgm:cxn modelId="{F134442B-CBA6-47A6-BCD2-2B31B662561E}" type="presParOf" srcId="{A821F365-B1D1-4CE4-AF40-77992C4B6A27}" destId="{CEEE40F7-CC21-4A6A-8259-4331648EB577}" srcOrd="3" destOrd="0" presId="urn:microsoft.com/office/officeart/2005/8/layout/list1"/>
    <dgm:cxn modelId="{B2A9046B-BE39-4C96-9B2D-7D0418BB7F9C}" type="presParOf" srcId="{A821F365-B1D1-4CE4-AF40-77992C4B6A27}" destId="{399EB715-BB64-438B-875D-F83F10AFB4E1}" srcOrd="4" destOrd="0" presId="urn:microsoft.com/office/officeart/2005/8/layout/list1"/>
    <dgm:cxn modelId="{A4FD845B-748C-4E5D-898A-72BDC6B847F3}" type="presParOf" srcId="{399EB715-BB64-438B-875D-F83F10AFB4E1}" destId="{71034125-0DB2-44B1-8B8B-53718B04C7AF}" srcOrd="0" destOrd="0" presId="urn:microsoft.com/office/officeart/2005/8/layout/list1"/>
    <dgm:cxn modelId="{6855ED0E-8E52-4D1E-ADD9-C6EDC4D3D66D}" type="presParOf" srcId="{399EB715-BB64-438B-875D-F83F10AFB4E1}" destId="{D9B00693-A811-4B08-80CB-C227D1A3FE48}" srcOrd="1" destOrd="0" presId="urn:microsoft.com/office/officeart/2005/8/layout/list1"/>
    <dgm:cxn modelId="{E2B01406-D722-4DDD-B4AD-E1E193A49952}" type="presParOf" srcId="{A821F365-B1D1-4CE4-AF40-77992C4B6A27}" destId="{03CEC031-9872-4FAB-A3F7-EB0DFA1B887C}" srcOrd="5" destOrd="0" presId="urn:microsoft.com/office/officeart/2005/8/layout/list1"/>
    <dgm:cxn modelId="{BCB053D2-F126-4544-A6A3-417D061D465F}" type="presParOf" srcId="{A821F365-B1D1-4CE4-AF40-77992C4B6A27}" destId="{DE007E19-14D0-4C5F-AE0F-BBA7918DC2AC}" srcOrd="6" destOrd="0" presId="urn:microsoft.com/office/officeart/2005/8/layout/list1"/>
    <dgm:cxn modelId="{DCD3E8FF-D6CE-4291-9855-0025A123DDB9}" type="presParOf" srcId="{A821F365-B1D1-4CE4-AF40-77992C4B6A27}" destId="{326026A3-316A-45B4-9ECD-DCBC703C2D1D}" srcOrd="7" destOrd="0" presId="urn:microsoft.com/office/officeart/2005/8/layout/list1"/>
    <dgm:cxn modelId="{FC83D080-EB20-4824-AA85-BD96494F5406}" type="presParOf" srcId="{A821F365-B1D1-4CE4-AF40-77992C4B6A27}" destId="{A9FB2336-08AD-4F45-99C2-7527ADDB7B96}" srcOrd="8" destOrd="0" presId="urn:microsoft.com/office/officeart/2005/8/layout/list1"/>
    <dgm:cxn modelId="{85A4FE8C-2BFA-45D6-BBB1-9095C155319B}" type="presParOf" srcId="{A9FB2336-08AD-4F45-99C2-7527ADDB7B96}" destId="{CEC47D90-A8E2-42BF-9F17-C831AD3D96BF}" srcOrd="0" destOrd="0" presId="urn:microsoft.com/office/officeart/2005/8/layout/list1"/>
    <dgm:cxn modelId="{78658D97-8810-4E74-80BB-2084172A0B76}" type="presParOf" srcId="{A9FB2336-08AD-4F45-99C2-7527ADDB7B96}" destId="{364A28F6-63E2-4637-8D43-4112BC5EC279}" srcOrd="1" destOrd="0" presId="urn:microsoft.com/office/officeart/2005/8/layout/list1"/>
    <dgm:cxn modelId="{880FDE4E-9A80-4A63-9B1D-A7A154A1B6D1}" type="presParOf" srcId="{A821F365-B1D1-4CE4-AF40-77992C4B6A27}" destId="{18D3E647-9A20-4619-8E0C-4355C5E8949F}" srcOrd="9" destOrd="0" presId="urn:microsoft.com/office/officeart/2005/8/layout/list1"/>
    <dgm:cxn modelId="{E0A0AE49-BA5C-4253-8218-5A437BB8912D}" type="presParOf" srcId="{A821F365-B1D1-4CE4-AF40-77992C4B6A27}" destId="{4E8D9C58-CF34-4DC8-89CF-23CABB58F67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007CB5-9FED-4090-AFDB-75DD8511CF3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AAFCAA38-C3E4-4C71-88F1-23116EBE47F3}">
      <dgm:prSet phldrT="[Szöveg]"/>
      <dgm:spPr/>
      <dgm:t>
        <a:bodyPr/>
        <a:lstStyle/>
        <a:p>
          <a:r>
            <a:rPr lang="hu-HU" dirty="0"/>
            <a:t>Forrás</a:t>
          </a:r>
        </a:p>
      </dgm:t>
    </dgm:pt>
    <dgm:pt modelId="{A1F5EFC0-0D66-40F2-AC5D-547E5208EB89}" type="parTrans" cxnId="{EE8D851F-D373-4FAB-8ED5-EB5B8201A4DD}">
      <dgm:prSet/>
      <dgm:spPr/>
      <dgm:t>
        <a:bodyPr/>
        <a:lstStyle/>
        <a:p>
          <a:endParaRPr lang="hu-HU"/>
        </a:p>
      </dgm:t>
    </dgm:pt>
    <dgm:pt modelId="{6EAD5092-AD15-4DD2-988E-785B0BC3D214}" type="sibTrans" cxnId="{EE8D851F-D373-4FAB-8ED5-EB5B8201A4DD}">
      <dgm:prSet/>
      <dgm:spPr/>
      <dgm:t>
        <a:bodyPr/>
        <a:lstStyle/>
        <a:p>
          <a:endParaRPr lang="hu-HU"/>
        </a:p>
      </dgm:t>
    </dgm:pt>
    <dgm:pt modelId="{1609E2DA-798B-4A3C-8B7C-B6911BD63DD9}">
      <dgm:prSet phldrT="[Szöveg]"/>
      <dgm:spPr/>
      <dgm:t>
        <a:bodyPr/>
        <a:lstStyle/>
        <a:p>
          <a:r>
            <a:rPr lang="hu-HU" dirty="0">
              <a:solidFill>
                <a:srgbClr val="002060"/>
              </a:solidFill>
            </a:rPr>
            <a:t>Real </a:t>
          </a:r>
          <a:r>
            <a:rPr lang="hu-HU" dirty="0" err="1">
              <a:solidFill>
                <a:srgbClr val="002060"/>
              </a:solidFill>
            </a:rPr>
            <a:t>Clear</a:t>
          </a:r>
          <a:r>
            <a:rPr lang="hu-HU" dirty="0">
              <a:solidFill>
                <a:srgbClr val="002060"/>
              </a:solidFill>
            </a:rPr>
            <a:t> </a:t>
          </a:r>
          <a:r>
            <a:rPr lang="hu-HU" dirty="0" err="1">
              <a:solidFill>
                <a:srgbClr val="002060"/>
              </a:solidFill>
            </a:rPr>
            <a:t>Polling</a:t>
          </a:r>
          <a:endParaRPr lang="hu-HU" dirty="0">
            <a:solidFill>
              <a:srgbClr val="002060"/>
            </a:solidFill>
          </a:endParaRPr>
        </a:p>
      </dgm:t>
    </dgm:pt>
    <dgm:pt modelId="{18AA79C5-2940-49F8-9610-47F8FCAE9718}" type="parTrans" cxnId="{7DE24181-4DB1-4BE3-99F5-AF5B44045C7B}">
      <dgm:prSet/>
      <dgm:spPr/>
      <dgm:t>
        <a:bodyPr/>
        <a:lstStyle/>
        <a:p>
          <a:endParaRPr lang="hu-HU"/>
        </a:p>
      </dgm:t>
    </dgm:pt>
    <dgm:pt modelId="{1868DE0F-AF71-4E13-A77D-498EB9693B74}" type="sibTrans" cxnId="{7DE24181-4DB1-4BE3-99F5-AF5B44045C7B}">
      <dgm:prSet/>
      <dgm:spPr/>
      <dgm:t>
        <a:bodyPr/>
        <a:lstStyle/>
        <a:p>
          <a:endParaRPr lang="hu-HU"/>
        </a:p>
      </dgm:t>
    </dgm:pt>
    <dgm:pt modelId="{726C71F1-C9A6-434E-A8C6-792760A9C450}">
      <dgm:prSet phldrT="[Szöveg]"/>
      <dgm:spPr/>
      <dgm:t>
        <a:bodyPr/>
        <a:lstStyle/>
        <a:p>
          <a:r>
            <a:rPr lang="hu-HU" dirty="0"/>
            <a:t>Típus</a:t>
          </a:r>
        </a:p>
      </dgm:t>
    </dgm:pt>
    <dgm:pt modelId="{EB488BEB-103E-4C22-AAF0-A618E32BDA4A}" type="parTrans" cxnId="{D277F967-D084-4A20-862A-B401D30FEDB3}">
      <dgm:prSet/>
      <dgm:spPr/>
      <dgm:t>
        <a:bodyPr/>
        <a:lstStyle/>
        <a:p>
          <a:endParaRPr lang="hu-HU"/>
        </a:p>
      </dgm:t>
    </dgm:pt>
    <dgm:pt modelId="{6053EF55-4D01-417D-A4E9-11EA3227C80B}" type="sibTrans" cxnId="{D277F967-D084-4A20-862A-B401D30FEDB3}">
      <dgm:prSet/>
      <dgm:spPr/>
      <dgm:t>
        <a:bodyPr/>
        <a:lstStyle/>
        <a:p>
          <a:endParaRPr lang="hu-HU"/>
        </a:p>
      </dgm:t>
    </dgm:pt>
    <dgm:pt modelId="{6FD5A30F-E779-49E2-9488-74995A41D877}">
      <dgm:prSet phldrT="[Szöveg]"/>
      <dgm:spPr/>
      <dgm:t>
        <a:bodyPr/>
        <a:lstStyle/>
        <a:p>
          <a:r>
            <a:rPr lang="hu-HU" dirty="0" err="1">
              <a:solidFill>
                <a:srgbClr val="002060"/>
              </a:solidFill>
            </a:rPr>
            <a:t>Trump</a:t>
          </a:r>
          <a:r>
            <a:rPr lang="hu-HU" dirty="0">
              <a:solidFill>
                <a:srgbClr val="002060"/>
              </a:solidFill>
            </a:rPr>
            <a:t> előnye/hátránya a </a:t>
          </a:r>
          <a:r>
            <a:rPr lang="hu-HU" dirty="0" err="1">
              <a:solidFill>
                <a:srgbClr val="002060"/>
              </a:solidFill>
            </a:rPr>
            <a:t>poll</a:t>
          </a:r>
          <a:r>
            <a:rPr lang="hu-HU" dirty="0">
              <a:solidFill>
                <a:srgbClr val="002060"/>
              </a:solidFill>
            </a:rPr>
            <a:t>-ok alapján</a:t>
          </a:r>
        </a:p>
      </dgm:t>
    </dgm:pt>
    <dgm:pt modelId="{E2E4792B-21A5-45E5-ABC2-9A5BBBFA5D1E}" type="parTrans" cxnId="{51C0C95F-D4D4-433D-B358-E2A03E80AA35}">
      <dgm:prSet/>
      <dgm:spPr/>
      <dgm:t>
        <a:bodyPr/>
        <a:lstStyle/>
        <a:p>
          <a:endParaRPr lang="hu-HU"/>
        </a:p>
      </dgm:t>
    </dgm:pt>
    <dgm:pt modelId="{065816B3-E025-40E6-AA26-417B5B65D9D4}" type="sibTrans" cxnId="{51C0C95F-D4D4-433D-B358-E2A03E80AA35}">
      <dgm:prSet/>
      <dgm:spPr/>
      <dgm:t>
        <a:bodyPr/>
        <a:lstStyle/>
        <a:p>
          <a:endParaRPr lang="hu-HU"/>
        </a:p>
      </dgm:t>
    </dgm:pt>
    <dgm:pt modelId="{6A382EE1-9807-42B2-A64C-37A741C9D3AA}">
      <dgm:prSet phldrT="[Szöveg]"/>
      <dgm:spPr/>
      <dgm:t>
        <a:bodyPr/>
        <a:lstStyle/>
        <a:p>
          <a:r>
            <a:rPr lang="hu-HU" dirty="0">
              <a:solidFill>
                <a:srgbClr val="002060"/>
              </a:solidFill>
            </a:rPr>
            <a:t>Investing.com</a:t>
          </a:r>
        </a:p>
      </dgm:t>
    </dgm:pt>
    <dgm:pt modelId="{F320135C-2D3D-4B6A-A1B7-3BF238014749}" type="parTrans" cxnId="{38091402-11D0-43C6-97D1-856B567C7AE9}">
      <dgm:prSet/>
      <dgm:spPr/>
      <dgm:t>
        <a:bodyPr/>
        <a:lstStyle/>
        <a:p>
          <a:endParaRPr lang="hu-HU"/>
        </a:p>
      </dgm:t>
    </dgm:pt>
    <dgm:pt modelId="{2C0368D1-2846-4B58-ABAD-8878EF7AC924}" type="sibTrans" cxnId="{38091402-11D0-43C6-97D1-856B567C7AE9}">
      <dgm:prSet/>
      <dgm:spPr/>
      <dgm:t>
        <a:bodyPr/>
        <a:lstStyle/>
        <a:p>
          <a:endParaRPr lang="hu-HU"/>
        </a:p>
      </dgm:t>
    </dgm:pt>
    <dgm:pt modelId="{B9EEF474-0CAD-4211-9802-1525FDF57AF8}">
      <dgm:prSet phldrT="[Szöveg]"/>
      <dgm:spPr/>
      <dgm:t>
        <a:bodyPr/>
        <a:lstStyle/>
        <a:p>
          <a:r>
            <a:rPr lang="hu-HU" dirty="0">
              <a:solidFill>
                <a:srgbClr val="002060"/>
              </a:solidFill>
            </a:rPr>
            <a:t>Részvényindexek ára</a:t>
          </a:r>
        </a:p>
      </dgm:t>
    </dgm:pt>
    <dgm:pt modelId="{B7CA24C3-55D1-4D8B-B648-F0CA574D29EC}" type="parTrans" cxnId="{1461A835-8685-48F4-8025-458F6D4265C9}">
      <dgm:prSet/>
      <dgm:spPr/>
      <dgm:t>
        <a:bodyPr/>
        <a:lstStyle/>
        <a:p>
          <a:endParaRPr lang="hu-HU"/>
        </a:p>
      </dgm:t>
    </dgm:pt>
    <dgm:pt modelId="{28379D20-1DEF-4815-9F4E-1DBA41C19364}" type="sibTrans" cxnId="{1461A835-8685-48F4-8025-458F6D4265C9}">
      <dgm:prSet/>
      <dgm:spPr/>
      <dgm:t>
        <a:bodyPr/>
        <a:lstStyle/>
        <a:p>
          <a:endParaRPr lang="hu-HU"/>
        </a:p>
      </dgm:t>
    </dgm:pt>
    <dgm:pt modelId="{E83DA6E0-3A67-4632-A42A-78F57AABDE55}">
      <dgm:prSet phldrT="[Szöveg]"/>
      <dgm:spPr/>
      <dgm:t>
        <a:bodyPr/>
        <a:lstStyle/>
        <a:p>
          <a:r>
            <a:rPr lang="hu-HU" dirty="0">
              <a:solidFill>
                <a:srgbClr val="002060"/>
              </a:solidFill>
            </a:rPr>
            <a:t>Top market </a:t>
          </a:r>
          <a:r>
            <a:rPr lang="hu-HU" dirty="0" err="1">
              <a:solidFill>
                <a:srgbClr val="002060"/>
              </a:solidFill>
            </a:rPr>
            <a:t>cap</a:t>
          </a:r>
          <a:r>
            <a:rPr lang="hu-HU" dirty="0">
              <a:solidFill>
                <a:srgbClr val="002060"/>
              </a:solidFill>
            </a:rPr>
            <a:t> részvények ára</a:t>
          </a:r>
        </a:p>
      </dgm:t>
    </dgm:pt>
    <dgm:pt modelId="{36261CD8-0428-45BB-8D2F-B39184653F3D}" type="parTrans" cxnId="{CD2CACB8-47BC-4B2D-A70A-4D8EBA86B3F6}">
      <dgm:prSet/>
      <dgm:spPr/>
      <dgm:t>
        <a:bodyPr/>
        <a:lstStyle/>
        <a:p>
          <a:endParaRPr lang="hu-HU"/>
        </a:p>
      </dgm:t>
    </dgm:pt>
    <dgm:pt modelId="{580A887B-D368-4F7A-91C1-964720DF1B53}" type="sibTrans" cxnId="{CD2CACB8-47BC-4B2D-A70A-4D8EBA86B3F6}">
      <dgm:prSet/>
      <dgm:spPr/>
      <dgm:t>
        <a:bodyPr/>
        <a:lstStyle/>
        <a:p>
          <a:endParaRPr lang="hu-HU"/>
        </a:p>
      </dgm:t>
    </dgm:pt>
    <dgm:pt modelId="{90BA28C0-5D04-4401-AD5B-6BBA6FEBC20A}">
      <dgm:prSet phldrT="[Szöveg]"/>
      <dgm:spPr/>
      <dgm:t>
        <a:bodyPr/>
        <a:lstStyle/>
        <a:p>
          <a:r>
            <a:rPr lang="hu-HU" dirty="0">
              <a:solidFill>
                <a:schemeClr val="bg1"/>
              </a:solidFill>
            </a:rPr>
            <a:t>Intervallum</a:t>
          </a:r>
        </a:p>
      </dgm:t>
    </dgm:pt>
    <dgm:pt modelId="{AAD57F22-1F2A-45D6-A923-164ADE3CBEC0}" type="parTrans" cxnId="{84706347-44D1-425A-9191-749AEA026D3F}">
      <dgm:prSet/>
      <dgm:spPr/>
      <dgm:t>
        <a:bodyPr/>
        <a:lstStyle/>
        <a:p>
          <a:endParaRPr lang="hu-HU"/>
        </a:p>
      </dgm:t>
    </dgm:pt>
    <dgm:pt modelId="{49AD3B65-46AA-4DAC-936A-1C9D4104F443}" type="sibTrans" cxnId="{84706347-44D1-425A-9191-749AEA026D3F}">
      <dgm:prSet/>
      <dgm:spPr/>
      <dgm:t>
        <a:bodyPr/>
        <a:lstStyle/>
        <a:p>
          <a:endParaRPr lang="hu-HU"/>
        </a:p>
      </dgm:t>
    </dgm:pt>
    <dgm:pt modelId="{051E7EDD-4982-4F7A-A45A-DFBCBECD9464}">
      <dgm:prSet phldrT="[Szöveg]"/>
      <dgm:spPr/>
      <dgm:t>
        <a:bodyPr/>
        <a:lstStyle/>
        <a:p>
          <a:r>
            <a:rPr lang="hu-HU" dirty="0">
              <a:solidFill>
                <a:srgbClr val="002060"/>
              </a:solidFill>
            </a:rPr>
            <a:t>2024.11.05.</a:t>
          </a:r>
        </a:p>
      </dgm:t>
    </dgm:pt>
    <dgm:pt modelId="{E0520137-4CC0-4AB9-930E-AAFF5391D968}" type="parTrans" cxnId="{2E03C389-958C-43AB-A588-C8CA11EF6D64}">
      <dgm:prSet/>
      <dgm:spPr/>
      <dgm:t>
        <a:bodyPr/>
        <a:lstStyle/>
        <a:p>
          <a:endParaRPr lang="hu-HU"/>
        </a:p>
      </dgm:t>
    </dgm:pt>
    <dgm:pt modelId="{78A033F3-264F-4AD9-B9BD-10A66036738D}" type="sibTrans" cxnId="{2E03C389-958C-43AB-A588-C8CA11EF6D64}">
      <dgm:prSet/>
      <dgm:spPr/>
      <dgm:t>
        <a:bodyPr/>
        <a:lstStyle/>
        <a:p>
          <a:endParaRPr lang="hu-HU"/>
        </a:p>
      </dgm:t>
    </dgm:pt>
    <dgm:pt modelId="{374606E1-C746-4C81-A1DD-5C82296DF1FA}">
      <dgm:prSet phldrT="[Szöveg]"/>
      <dgm:spPr/>
      <dgm:t>
        <a:bodyPr/>
        <a:lstStyle/>
        <a:p>
          <a:r>
            <a:rPr lang="hu-HU" dirty="0">
              <a:solidFill>
                <a:srgbClr val="002060"/>
              </a:solidFill>
            </a:rPr>
            <a:t>S&amp;P Global</a:t>
          </a:r>
        </a:p>
      </dgm:t>
    </dgm:pt>
    <dgm:pt modelId="{A9A58927-F7A5-46BB-9722-855F831F01AA}" type="parTrans" cxnId="{842F7D20-9189-4ED0-951A-39F975582D6B}">
      <dgm:prSet/>
      <dgm:spPr/>
      <dgm:t>
        <a:bodyPr/>
        <a:lstStyle/>
        <a:p>
          <a:endParaRPr lang="hu-HU"/>
        </a:p>
      </dgm:t>
    </dgm:pt>
    <dgm:pt modelId="{A62CC10F-E830-46A2-8A95-1CD38BE17F7B}" type="sibTrans" cxnId="{842F7D20-9189-4ED0-951A-39F975582D6B}">
      <dgm:prSet/>
      <dgm:spPr/>
      <dgm:t>
        <a:bodyPr/>
        <a:lstStyle/>
        <a:p>
          <a:endParaRPr lang="hu-HU"/>
        </a:p>
      </dgm:t>
    </dgm:pt>
    <dgm:pt modelId="{A3B987A7-3166-446C-A184-B1B9B3091096}">
      <dgm:prSet phldrT="[Szöveg]"/>
      <dgm:spPr/>
      <dgm:t>
        <a:bodyPr/>
        <a:lstStyle/>
        <a:p>
          <a:r>
            <a:rPr lang="hu-HU" dirty="0">
              <a:solidFill>
                <a:srgbClr val="002060"/>
              </a:solidFill>
            </a:rPr>
            <a:t>Eseményablak: T-2 </a:t>
          </a:r>
          <a:r>
            <a:rPr lang="hu-HU" dirty="0">
              <a:solidFill>
                <a:srgbClr val="002060"/>
              </a:solidFill>
              <a:sym typeface="Wingdings" panose="05000000000000000000" pitchFamily="2" charset="2"/>
            </a:rPr>
            <a:t></a:t>
          </a:r>
          <a:r>
            <a:rPr lang="hu-HU" dirty="0">
              <a:solidFill>
                <a:srgbClr val="002060"/>
              </a:solidFill>
            </a:rPr>
            <a:t> T+5</a:t>
          </a:r>
        </a:p>
      </dgm:t>
    </dgm:pt>
    <dgm:pt modelId="{BF38A1EA-13C4-4445-85DF-4CD2062394BC}" type="parTrans" cxnId="{34F80492-205C-4B98-893B-5DCC285BA10D}">
      <dgm:prSet/>
      <dgm:spPr/>
      <dgm:t>
        <a:bodyPr/>
        <a:lstStyle/>
        <a:p>
          <a:endParaRPr lang="hu-HU"/>
        </a:p>
      </dgm:t>
    </dgm:pt>
    <dgm:pt modelId="{1AD1D25C-C980-4D4B-8C4D-DEC24EDFA80C}" type="sibTrans" cxnId="{34F80492-205C-4B98-893B-5DCC285BA10D}">
      <dgm:prSet/>
      <dgm:spPr/>
      <dgm:t>
        <a:bodyPr/>
        <a:lstStyle/>
        <a:p>
          <a:endParaRPr lang="hu-HU"/>
        </a:p>
      </dgm:t>
    </dgm:pt>
    <dgm:pt modelId="{5ACD9E37-FBE6-446E-BA65-EDE530593E18}">
      <dgm:prSet phldrT="[Szöveg]"/>
      <dgm:spPr/>
      <dgm:t>
        <a:bodyPr/>
        <a:lstStyle/>
        <a:p>
          <a:r>
            <a:rPr lang="hu-HU" dirty="0">
              <a:solidFill>
                <a:srgbClr val="002060"/>
              </a:solidFill>
            </a:rPr>
            <a:t>30 nap puffer és 120 nap becslési periódus</a:t>
          </a:r>
        </a:p>
      </dgm:t>
    </dgm:pt>
    <dgm:pt modelId="{EBB17CCE-CE4E-4D0E-82EB-EC2D723C0B9C}" type="parTrans" cxnId="{920C36D2-1424-4163-873E-D2D5C642C67A}">
      <dgm:prSet/>
      <dgm:spPr/>
      <dgm:t>
        <a:bodyPr/>
        <a:lstStyle/>
        <a:p>
          <a:endParaRPr lang="hu-HU"/>
        </a:p>
      </dgm:t>
    </dgm:pt>
    <dgm:pt modelId="{F50C9B28-16EC-44A7-88D2-639B09F8812B}" type="sibTrans" cxnId="{920C36D2-1424-4163-873E-D2D5C642C67A}">
      <dgm:prSet/>
      <dgm:spPr/>
      <dgm:t>
        <a:bodyPr/>
        <a:lstStyle/>
        <a:p>
          <a:endParaRPr lang="hu-HU"/>
        </a:p>
      </dgm:t>
    </dgm:pt>
    <dgm:pt modelId="{5968378C-4B7B-4DCA-AEFC-6EC332B009D9}" type="pres">
      <dgm:prSet presAssocID="{DA007CB5-9FED-4090-AFDB-75DD8511CF30}" presName="Name0" presStyleCnt="0">
        <dgm:presLayoutVars>
          <dgm:dir/>
          <dgm:animLvl val="lvl"/>
          <dgm:resizeHandles val="exact"/>
        </dgm:presLayoutVars>
      </dgm:prSet>
      <dgm:spPr/>
    </dgm:pt>
    <dgm:pt modelId="{50ACD070-1847-42EA-B71F-394C520F0AEB}" type="pres">
      <dgm:prSet presAssocID="{AAFCAA38-C3E4-4C71-88F1-23116EBE47F3}" presName="linNode" presStyleCnt="0"/>
      <dgm:spPr/>
    </dgm:pt>
    <dgm:pt modelId="{1E71C548-C951-49E4-8739-6790CD4083AA}" type="pres">
      <dgm:prSet presAssocID="{AAFCAA38-C3E4-4C71-88F1-23116EBE47F3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87DC752-BB5B-488D-9467-EEEB9E0DACE7}" type="pres">
      <dgm:prSet presAssocID="{AAFCAA38-C3E4-4C71-88F1-23116EBE47F3}" presName="descendantText" presStyleLbl="alignAccFollowNode1" presStyleIdx="0" presStyleCnt="3">
        <dgm:presLayoutVars>
          <dgm:bulletEnabled val="1"/>
        </dgm:presLayoutVars>
      </dgm:prSet>
      <dgm:spPr/>
    </dgm:pt>
    <dgm:pt modelId="{7997597B-A8D1-4BEB-A150-922863FA2708}" type="pres">
      <dgm:prSet presAssocID="{6EAD5092-AD15-4DD2-988E-785B0BC3D214}" presName="sp" presStyleCnt="0"/>
      <dgm:spPr/>
    </dgm:pt>
    <dgm:pt modelId="{0F7E9EBC-5CE6-4272-BA96-B3B19727EC43}" type="pres">
      <dgm:prSet presAssocID="{726C71F1-C9A6-434E-A8C6-792760A9C450}" presName="linNode" presStyleCnt="0"/>
      <dgm:spPr/>
    </dgm:pt>
    <dgm:pt modelId="{3785E2DD-8C3F-4A2D-85A4-42952F0C6556}" type="pres">
      <dgm:prSet presAssocID="{726C71F1-C9A6-434E-A8C6-792760A9C45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66393F3-4C06-4FC2-B5A1-9B6B4220AA19}" type="pres">
      <dgm:prSet presAssocID="{726C71F1-C9A6-434E-A8C6-792760A9C450}" presName="descendantText" presStyleLbl="alignAccFollowNode1" presStyleIdx="1" presStyleCnt="3">
        <dgm:presLayoutVars>
          <dgm:bulletEnabled val="1"/>
        </dgm:presLayoutVars>
      </dgm:prSet>
      <dgm:spPr/>
    </dgm:pt>
    <dgm:pt modelId="{E4D96A4D-9B11-4C73-BFAC-43505FA39F08}" type="pres">
      <dgm:prSet presAssocID="{6053EF55-4D01-417D-A4E9-11EA3227C80B}" presName="sp" presStyleCnt="0"/>
      <dgm:spPr/>
    </dgm:pt>
    <dgm:pt modelId="{3F3B9A10-CF90-45F3-B590-E5402981801A}" type="pres">
      <dgm:prSet presAssocID="{90BA28C0-5D04-4401-AD5B-6BBA6FEBC20A}" presName="linNode" presStyleCnt="0"/>
      <dgm:spPr/>
    </dgm:pt>
    <dgm:pt modelId="{EF3ACB1C-FD59-4BFA-8EC7-B0ADAAFCA3B1}" type="pres">
      <dgm:prSet presAssocID="{90BA28C0-5D04-4401-AD5B-6BBA6FEBC20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F4DC5FC2-E001-47D7-ADCA-ED390B96A4AC}" type="pres">
      <dgm:prSet presAssocID="{90BA28C0-5D04-4401-AD5B-6BBA6FEBC20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8091402-11D0-43C6-97D1-856B567C7AE9}" srcId="{AAFCAA38-C3E4-4C71-88F1-23116EBE47F3}" destId="{6A382EE1-9807-42B2-A64C-37A741C9D3AA}" srcOrd="1" destOrd="0" parTransId="{F320135C-2D3D-4B6A-A1B7-3BF238014749}" sibTransId="{2C0368D1-2846-4B58-ABAD-8878EF7AC924}"/>
    <dgm:cxn modelId="{838E5D03-AB9D-463B-A39D-35FDBBDDA32D}" type="presOf" srcId="{A3B987A7-3166-446C-A184-B1B9B3091096}" destId="{F4DC5FC2-E001-47D7-ADCA-ED390B96A4AC}" srcOrd="0" destOrd="1" presId="urn:microsoft.com/office/officeart/2005/8/layout/vList5"/>
    <dgm:cxn modelId="{ED67C719-4BC0-4CAC-9ED1-1F5B77F23DAA}" type="presOf" srcId="{051E7EDD-4982-4F7A-A45A-DFBCBECD9464}" destId="{F4DC5FC2-E001-47D7-ADCA-ED390B96A4AC}" srcOrd="0" destOrd="0" presId="urn:microsoft.com/office/officeart/2005/8/layout/vList5"/>
    <dgm:cxn modelId="{EE8D851F-D373-4FAB-8ED5-EB5B8201A4DD}" srcId="{DA007CB5-9FED-4090-AFDB-75DD8511CF30}" destId="{AAFCAA38-C3E4-4C71-88F1-23116EBE47F3}" srcOrd="0" destOrd="0" parTransId="{A1F5EFC0-0D66-40F2-AC5D-547E5208EB89}" sibTransId="{6EAD5092-AD15-4DD2-988E-785B0BC3D214}"/>
    <dgm:cxn modelId="{842F7D20-9189-4ED0-951A-39F975582D6B}" srcId="{AAFCAA38-C3E4-4C71-88F1-23116EBE47F3}" destId="{374606E1-C746-4C81-A1DD-5C82296DF1FA}" srcOrd="2" destOrd="0" parTransId="{A9A58927-F7A5-46BB-9722-855F831F01AA}" sibTransId="{A62CC10F-E830-46A2-8A95-1CD38BE17F7B}"/>
    <dgm:cxn modelId="{7021BA23-B219-4EE9-B500-9BFE1CB40794}" type="presOf" srcId="{AAFCAA38-C3E4-4C71-88F1-23116EBE47F3}" destId="{1E71C548-C951-49E4-8739-6790CD4083AA}" srcOrd="0" destOrd="0" presId="urn:microsoft.com/office/officeart/2005/8/layout/vList5"/>
    <dgm:cxn modelId="{1461A835-8685-48F4-8025-458F6D4265C9}" srcId="{726C71F1-C9A6-434E-A8C6-792760A9C450}" destId="{B9EEF474-0CAD-4211-9802-1525FDF57AF8}" srcOrd="1" destOrd="0" parTransId="{B7CA24C3-55D1-4D8B-B648-F0CA574D29EC}" sibTransId="{28379D20-1DEF-4815-9F4E-1DBA41C19364}"/>
    <dgm:cxn modelId="{943BAD37-9E87-489A-A762-D5A58065B9F1}" type="presOf" srcId="{1609E2DA-798B-4A3C-8B7C-B6911BD63DD9}" destId="{687DC752-BB5B-488D-9467-EEEB9E0DACE7}" srcOrd="0" destOrd="0" presId="urn:microsoft.com/office/officeart/2005/8/layout/vList5"/>
    <dgm:cxn modelId="{51C0C95F-D4D4-433D-B358-E2A03E80AA35}" srcId="{726C71F1-C9A6-434E-A8C6-792760A9C450}" destId="{6FD5A30F-E779-49E2-9488-74995A41D877}" srcOrd="0" destOrd="0" parTransId="{E2E4792B-21A5-45E5-ABC2-9A5BBBFA5D1E}" sibTransId="{065816B3-E025-40E6-AA26-417B5B65D9D4}"/>
    <dgm:cxn modelId="{43F90F41-3E7F-4BF1-80AC-99C8AB02E24F}" type="presOf" srcId="{E83DA6E0-3A67-4632-A42A-78F57AABDE55}" destId="{B66393F3-4C06-4FC2-B5A1-9B6B4220AA19}" srcOrd="0" destOrd="2" presId="urn:microsoft.com/office/officeart/2005/8/layout/vList5"/>
    <dgm:cxn modelId="{A7E04043-475A-4BEA-88F2-2C0B74198FA7}" type="presOf" srcId="{B9EEF474-0CAD-4211-9802-1525FDF57AF8}" destId="{B66393F3-4C06-4FC2-B5A1-9B6B4220AA19}" srcOrd="0" destOrd="1" presId="urn:microsoft.com/office/officeart/2005/8/layout/vList5"/>
    <dgm:cxn modelId="{84706347-44D1-425A-9191-749AEA026D3F}" srcId="{DA007CB5-9FED-4090-AFDB-75DD8511CF30}" destId="{90BA28C0-5D04-4401-AD5B-6BBA6FEBC20A}" srcOrd="2" destOrd="0" parTransId="{AAD57F22-1F2A-45D6-A923-164ADE3CBEC0}" sibTransId="{49AD3B65-46AA-4DAC-936A-1C9D4104F443}"/>
    <dgm:cxn modelId="{D277F967-D084-4A20-862A-B401D30FEDB3}" srcId="{DA007CB5-9FED-4090-AFDB-75DD8511CF30}" destId="{726C71F1-C9A6-434E-A8C6-792760A9C450}" srcOrd="1" destOrd="0" parTransId="{EB488BEB-103E-4C22-AAF0-A618E32BDA4A}" sibTransId="{6053EF55-4D01-417D-A4E9-11EA3227C80B}"/>
    <dgm:cxn modelId="{06CD656F-9BD3-4107-B860-60DCC6FAB0B2}" type="presOf" srcId="{6FD5A30F-E779-49E2-9488-74995A41D877}" destId="{B66393F3-4C06-4FC2-B5A1-9B6B4220AA19}" srcOrd="0" destOrd="0" presId="urn:microsoft.com/office/officeart/2005/8/layout/vList5"/>
    <dgm:cxn modelId="{A4F5D47C-5884-45B0-BA8B-6BFBBC076B6D}" type="presOf" srcId="{90BA28C0-5D04-4401-AD5B-6BBA6FEBC20A}" destId="{EF3ACB1C-FD59-4BFA-8EC7-B0ADAAFCA3B1}" srcOrd="0" destOrd="0" presId="urn:microsoft.com/office/officeart/2005/8/layout/vList5"/>
    <dgm:cxn modelId="{7DE24181-4DB1-4BE3-99F5-AF5B44045C7B}" srcId="{AAFCAA38-C3E4-4C71-88F1-23116EBE47F3}" destId="{1609E2DA-798B-4A3C-8B7C-B6911BD63DD9}" srcOrd="0" destOrd="0" parTransId="{18AA79C5-2940-49F8-9610-47F8FCAE9718}" sibTransId="{1868DE0F-AF71-4E13-A77D-498EB9693B74}"/>
    <dgm:cxn modelId="{D7388184-C6EC-40AD-9DB9-B5C0549404C3}" type="presOf" srcId="{374606E1-C746-4C81-A1DD-5C82296DF1FA}" destId="{687DC752-BB5B-488D-9467-EEEB9E0DACE7}" srcOrd="0" destOrd="2" presId="urn:microsoft.com/office/officeart/2005/8/layout/vList5"/>
    <dgm:cxn modelId="{2E03C389-958C-43AB-A588-C8CA11EF6D64}" srcId="{90BA28C0-5D04-4401-AD5B-6BBA6FEBC20A}" destId="{051E7EDD-4982-4F7A-A45A-DFBCBECD9464}" srcOrd="0" destOrd="0" parTransId="{E0520137-4CC0-4AB9-930E-AAFF5391D968}" sibTransId="{78A033F3-264F-4AD9-B9BD-10A66036738D}"/>
    <dgm:cxn modelId="{9E390891-169E-4F11-9277-12F1DEFE6852}" type="presOf" srcId="{6A382EE1-9807-42B2-A64C-37A741C9D3AA}" destId="{687DC752-BB5B-488D-9467-EEEB9E0DACE7}" srcOrd="0" destOrd="1" presId="urn:microsoft.com/office/officeart/2005/8/layout/vList5"/>
    <dgm:cxn modelId="{34F80492-205C-4B98-893B-5DCC285BA10D}" srcId="{90BA28C0-5D04-4401-AD5B-6BBA6FEBC20A}" destId="{A3B987A7-3166-446C-A184-B1B9B3091096}" srcOrd="1" destOrd="0" parTransId="{BF38A1EA-13C4-4445-85DF-4CD2062394BC}" sibTransId="{1AD1D25C-C980-4D4B-8C4D-DEC24EDFA80C}"/>
    <dgm:cxn modelId="{CD2CACB8-47BC-4B2D-A70A-4D8EBA86B3F6}" srcId="{726C71F1-C9A6-434E-A8C6-792760A9C450}" destId="{E83DA6E0-3A67-4632-A42A-78F57AABDE55}" srcOrd="2" destOrd="0" parTransId="{36261CD8-0428-45BB-8D2F-B39184653F3D}" sibTransId="{580A887B-D368-4F7A-91C1-964720DF1B53}"/>
    <dgm:cxn modelId="{5C54FDC8-A85C-4D2F-B6C8-1AC04614EEBB}" type="presOf" srcId="{5ACD9E37-FBE6-446E-BA65-EDE530593E18}" destId="{F4DC5FC2-E001-47D7-ADCA-ED390B96A4AC}" srcOrd="0" destOrd="2" presId="urn:microsoft.com/office/officeart/2005/8/layout/vList5"/>
    <dgm:cxn modelId="{920C36D2-1424-4163-873E-D2D5C642C67A}" srcId="{90BA28C0-5D04-4401-AD5B-6BBA6FEBC20A}" destId="{5ACD9E37-FBE6-446E-BA65-EDE530593E18}" srcOrd="2" destOrd="0" parTransId="{EBB17CCE-CE4E-4D0E-82EB-EC2D723C0B9C}" sibTransId="{F50C9B28-16EC-44A7-88D2-639B09F8812B}"/>
    <dgm:cxn modelId="{69B608E2-6DF5-4BF7-A119-AB8131F3D29D}" type="presOf" srcId="{DA007CB5-9FED-4090-AFDB-75DD8511CF30}" destId="{5968378C-4B7B-4DCA-AEFC-6EC332B009D9}" srcOrd="0" destOrd="0" presId="urn:microsoft.com/office/officeart/2005/8/layout/vList5"/>
    <dgm:cxn modelId="{AC04FAEC-AE1C-48EF-A1FD-D5691F345D65}" type="presOf" srcId="{726C71F1-C9A6-434E-A8C6-792760A9C450}" destId="{3785E2DD-8C3F-4A2D-85A4-42952F0C6556}" srcOrd="0" destOrd="0" presId="urn:microsoft.com/office/officeart/2005/8/layout/vList5"/>
    <dgm:cxn modelId="{98C3FB12-4763-44BC-BFD1-C538F3036D9C}" type="presParOf" srcId="{5968378C-4B7B-4DCA-AEFC-6EC332B009D9}" destId="{50ACD070-1847-42EA-B71F-394C520F0AEB}" srcOrd="0" destOrd="0" presId="urn:microsoft.com/office/officeart/2005/8/layout/vList5"/>
    <dgm:cxn modelId="{89066FD0-7FE5-4AB8-A078-9114F5810F3B}" type="presParOf" srcId="{50ACD070-1847-42EA-B71F-394C520F0AEB}" destId="{1E71C548-C951-49E4-8739-6790CD4083AA}" srcOrd="0" destOrd="0" presId="urn:microsoft.com/office/officeart/2005/8/layout/vList5"/>
    <dgm:cxn modelId="{4CCB649D-08BC-4D0F-8A7C-A66D0F2D7C8F}" type="presParOf" srcId="{50ACD070-1847-42EA-B71F-394C520F0AEB}" destId="{687DC752-BB5B-488D-9467-EEEB9E0DACE7}" srcOrd="1" destOrd="0" presId="urn:microsoft.com/office/officeart/2005/8/layout/vList5"/>
    <dgm:cxn modelId="{88100A1A-C375-4FB1-A75C-EC37506902F1}" type="presParOf" srcId="{5968378C-4B7B-4DCA-AEFC-6EC332B009D9}" destId="{7997597B-A8D1-4BEB-A150-922863FA2708}" srcOrd="1" destOrd="0" presId="urn:microsoft.com/office/officeart/2005/8/layout/vList5"/>
    <dgm:cxn modelId="{15DEA603-AA99-412B-94F6-A451EB584EF6}" type="presParOf" srcId="{5968378C-4B7B-4DCA-AEFC-6EC332B009D9}" destId="{0F7E9EBC-5CE6-4272-BA96-B3B19727EC43}" srcOrd="2" destOrd="0" presId="urn:microsoft.com/office/officeart/2005/8/layout/vList5"/>
    <dgm:cxn modelId="{76DF949F-5C58-4330-A07A-662FD0580C2A}" type="presParOf" srcId="{0F7E9EBC-5CE6-4272-BA96-B3B19727EC43}" destId="{3785E2DD-8C3F-4A2D-85A4-42952F0C6556}" srcOrd="0" destOrd="0" presId="urn:microsoft.com/office/officeart/2005/8/layout/vList5"/>
    <dgm:cxn modelId="{A00394FC-67EA-490A-B528-046BCCAE2C63}" type="presParOf" srcId="{0F7E9EBC-5CE6-4272-BA96-B3B19727EC43}" destId="{B66393F3-4C06-4FC2-B5A1-9B6B4220AA19}" srcOrd="1" destOrd="0" presId="urn:microsoft.com/office/officeart/2005/8/layout/vList5"/>
    <dgm:cxn modelId="{32C2DCA4-B295-4B10-8C91-063B9785B9B2}" type="presParOf" srcId="{5968378C-4B7B-4DCA-AEFC-6EC332B009D9}" destId="{E4D96A4D-9B11-4C73-BFAC-43505FA39F08}" srcOrd="3" destOrd="0" presId="urn:microsoft.com/office/officeart/2005/8/layout/vList5"/>
    <dgm:cxn modelId="{106042C0-C57D-4722-A0CF-E70FA67338A5}" type="presParOf" srcId="{5968378C-4B7B-4DCA-AEFC-6EC332B009D9}" destId="{3F3B9A10-CF90-45F3-B590-E5402981801A}" srcOrd="4" destOrd="0" presId="urn:microsoft.com/office/officeart/2005/8/layout/vList5"/>
    <dgm:cxn modelId="{55DCEBCF-70D7-488E-83F3-6A8FB6E48E21}" type="presParOf" srcId="{3F3B9A10-CF90-45F3-B590-E5402981801A}" destId="{EF3ACB1C-FD59-4BFA-8EC7-B0ADAAFCA3B1}" srcOrd="0" destOrd="0" presId="urn:microsoft.com/office/officeart/2005/8/layout/vList5"/>
    <dgm:cxn modelId="{C2955EA0-AFA4-4197-8412-DBA19D7E9EA7}" type="presParOf" srcId="{3F3B9A10-CF90-45F3-B590-E5402981801A}" destId="{F4DC5FC2-E001-47D7-ADCA-ED390B96A4A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49FF71-5BBB-4B1F-A07B-AE33E741B35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3DD845-F4BD-4817-A956-F01EABD0B272}">
      <dgm:prSet phldrT="[Text]" phldr="0"/>
      <dgm:spPr/>
      <dgm:t>
        <a:bodyPr/>
        <a:lstStyle/>
        <a:p>
          <a:r>
            <a:rPr lang="hu-HU" dirty="0"/>
            <a:t>Becslési periódus</a:t>
          </a:r>
          <a:endParaRPr lang="en-US" dirty="0"/>
        </a:p>
      </dgm:t>
    </dgm:pt>
    <dgm:pt modelId="{4C327F22-2833-4762-98E8-142DDD18556C}" type="parTrans" cxnId="{64CBD95E-9232-4F6C-9637-3B7CBAC5A0A4}">
      <dgm:prSet/>
      <dgm:spPr/>
      <dgm:t>
        <a:bodyPr/>
        <a:lstStyle/>
        <a:p>
          <a:endParaRPr lang="en-US"/>
        </a:p>
      </dgm:t>
    </dgm:pt>
    <dgm:pt modelId="{49C0CC86-719D-4286-9D21-3DD8578E28C2}" type="sibTrans" cxnId="{64CBD95E-9232-4F6C-9637-3B7CBAC5A0A4}">
      <dgm:prSet/>
      <dgm:spPr/>
      <dgm:t>
        <a:bodyPr/>
        <a:lstStyle/>
        <a:p>
          <a:endParaRPr lang="en-US"/>
        </a:p>
      </dgm:t>
    </dgm:pt>
    <dgm:pt modelId="{C1496B84-5CF4-42A2-82AF-531221BA88CF}">
      <dgm:prSet phldrT="[Text]" phldr="0"/>
      <dgm:spPr/>
      <dgm:t>
        <a:bodyPr/>
        <a:lstStyle/>
        <a:p>
          <a:r>
            <a:rPr lang="hu-HU" dirty="0"/>
            <a:t>Regressziós egyenlet</a:t>
          </a:r>
          <a:endParaRPr lang="en-US" dirty="0"/>
        </a:p>
      </dgm:t>
    </dgm:pt>
    <dgm:pt modelId="{3E1406B4-5914-4BCC-8BEE-C600541329E8}" type="parTrans" cxnId="{B3EC6C0E-1537-42A5-9ED2-18D21BFBEA04}">
      <dgm:prSet/>
      <dgm:spPr/>
      <dgm:t>
        <a:bodyPr/>
        <a:lstStyle/>
        <a:p>
          <a:endParaRPr lang="en-US"/>
        </a:p>
      </dgm:t>
    </dgm:pt>
    <dgm:pt modelId="{42848F7E-2044-41C6-9CA4-4ABDB174E043}" type="sibTrans" cxnId="{B3EC6C0E-1537-42A5-9ED2-18D21BFBEA04}">
      <dgm:prSet/>
      <dgm:spPr/>
      <dgm:t>
        <a:bodyPr/>
        <a:lstStyle/>
        <a:p>
          <a:endParaRPr lang="en-US"/>
        </a:p>
      </dgm:t>
    </dgm:pt>
    <dgm:pt modelId="{DB891EFC-D761-4A36-807D-F9C70FD33DE6}">
      <dgm:prSet phldrT="[Text]" phldr="0"/>
      <dgm:spPr/>
      <dgm:t>
        <a:bodyPr/>
        <a:lstStyle/>
        <a:p>
          <a:r>
            <a:rPr lang="hu-HU" dirty="0"/>
            <a:t>Eseményablak</a:t>
          </a:r>
          <a:endParaRPr lang="en-US" dirty="0"/>
        </a:p>
      </dgm:t>
    </dgm:pt>
    <dgm:pt modelId="{FAA4EC1F-51E3-470A-A9D6-9CEAFD528998}" type="parTrans" cxnId="{2F1F562C-A81A-4677-A29C-F420994906AC}">
      <dgm:prSet/>
      <dgm:spPr/>
      <dgm:t>
        <a:bodyPr/>
        <a:lstStyle/>
        <a:p>
          <a:endParaRPr lang="en-US"/>
        </a:p>
      </dgm:t>
    </dgm:pt>
    <dgm:pt modelId="{4F17A8BA-5DC0-49CE-BB43-DAF81DFEF538}" type="sibTrans" cxnId="{2F1F562C-A81A-4677-A29C-F420994906AC}">
      <dgm:prSet/>
      <dgm:spPr/>
      <dgm:t>
        <a:bodyPr/>
        <a:lstStyle/>
        <a:p>
          <a:endParaRPr lang="en-US"/>
        </a:p>
      </dgm:t>
    </dgm:pt>
    <dgm:pt modelId="{E03AA731-333F-4AB5-966E-3191790442FD}">
      <dgm:prSet phldrT="[Text]" phldr="0"/>
      <dgm:spPr/>
      <dgm:t>
        <a:bodyPr/>
        <a:lstStyle/>
        <a:p>
          <a:r>
            <a:rPr lang="hu-HU"/>
            <a:t>120 nap + 30 nap puffer</a:t>
          </a:r>
          <a:endParaRPr lang="en-US"/>
        </a:p>
      </dgm:t>
    </dgm:pt>
    <dgm:pt modelId="{543F850E-D0CF-4B78-9027-6CB4D3E37A42}" type="parTrans" cxnId="{0768B2B2-FE22-4759-AB84-477120D2521F}">
      <dgm:prSet/>
      <dgm:spPr/>
      <dgm:t>
        <a:bodyPr/>
        <a:lstStyle/>
        <a:p>
          <a:endParaRPr lang="en-US"/>
        </a:p>
      </dgm:t>
    </dgm:pt>
    <dgm:pt modelId="{31AADAFD-39D0-4A99-BBEE-E6208B06ACD1}" type="sibTrans" cxnId="{0768B2B2-FE22-4759-AB84-477120D2521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5510A23C-969B-4745-AC87-D81810F06163}">
          <dgm:prSet phldrT="[Text]" phldr="0"/>
          <dgm:spPr/>
          <dgm:t>
            <a:bodyPr/>
            <a:lstStyle/>
            <a:p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𝑝𝑜𝑙𝑙𝑠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𝑝𝑜𝑙𝑙</m:t>
                    </m:r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m:oMathPara>
              </a14:m>
              <a:endParaRPr lang="en-US" dirty="0"/>
            </a:p>
          </dgm:t>
        </dgm:pt>
      </mc:Choice>
      <mc:Fallback>
        <dgm:pt modelId="{5510A23C-969B-4745-AC87-D81810F06163}">
          <dgm:prSet phldrT="[Text]" phldr="0"/>
          <dgm:spPr/>
          <dgm:t>
            <a:bodyPr/>
            <a:lstStyle/>
            <a:p>
              <a:r>
                <a:rPr lang="hu-HU" b="0" i="0">
                  <a:latin typeface="Cambria Math" panose="02040503050406030204" pitchFamily="18" charset="0"/>
                </a:rPr>
                <a:t>𝑅_(𝑖,𝑡)=𝛼+𝛽_𝑚⋅𝑅_(𝑚,𝑡)+𝛽_𝑝𝑜𝑙𝑙𝑠⋅𝑝𝑜𝑙𝑙𝑠_𝑡</a:t>
              </a:r>
              <a:endParaRPr lang="en-US" dirty="0"/>
            </a:p>
          </dgm:t>
        </dgm:pt>
      </mc:Fallback>
    </mc:AlternateContent>
    <dgm:pt modelId="{1BDF2200-D75C-4337-BB17-6D03A0B8F3FD}" type="parTrans" cxnId="{B913D4AE-F79F-4FD8-B7BE-F8EC13E07C2B}">
      <dgm:prSet/>
      <dgm:spPr/>
      <dgm:t>
        <a:bodyPr/>
        <a:lstStyle/>
        <a:p>
          <a:endParaRPr lang="en-US"/>
        </a:p>
      </dgm:t>
    </dgm:pt>
    <dgm:pt modelId="{3849A5BF-2E21-495A-A5D9-44A1E4999205}" type="sibTrans" cxnId="{B913D4AE-F79F-4FD8-B7BE-F8EC13E07C2B}">
      <dgm:prSet/>
      <dgm:spPr/>
      <dgm:t>
        <a:bodyPr/>
        <a:lstStyle/>
        <a:p>
          <a:endParaRPr lang="en-US"/>
        </a:p>
      </dgm:t>
    </dgm:pt>
    <dgm:pt modelId="{52649829-024E-4A6C-B07B-6074F24C6EBE}">
      <dgm:prSet phldrT="[Text]" phldr="0"/>
      <dgm:spPr/>
      <dgm:t>
        <a:bodyPr/>
        <a:lstStyle/>
        <a:p>
          <a:r>
            <a:rPr lang="hu-HU"/>
            <a:t>T-2 naptól T+5 napig</a:t>
          </a:r>
          <a:endParaRPr lang="en-US" dirty="0"/>
        </a:p>
      </dgm:t>
    </dgm:pt>
    <dgm:pt modelId="{3F367EE8-35DB-4D6C-8725-488B1D396551}" type="parTrans" cxnId="{0163631D-7219-4430-829C-DDA0A54AAF1D}">
      <dgm:prSet/>
      <dgm:spPr/>
      <dgm:t>
        <a:bodyPr/>
        <a:lstStyle/>
        <a:p>
          <a:endParaRPr lang="en-US"/>
        </a:p>
      </dgm:t>
    </dgm:pt>
    <dgm:pt modelId="{26160E43-246C-4DA3-AF31-842827B4D1BF}" type="sibTrans" cxnId="{0163631D-7219-4430-829C-DDA0A54AAF1D}">
      <dgm:prSet/>
      <dgm:spPr/>
      <dgm:t>
        <a:bodyPr/>
        <a:lstStyle/>
        <a:p>
          <a:endParaRPr lang="en-US"/>
        </a:p>
      </dgm:t>
    </dgm:pt>
    <dgm:pt modelId="{6AE1E72B-CDEB-4329-B81E-772D887E75AD}" type="pres">
      <dgm:prSet presAssocID="{D749FF71-5BBB-4B1F-A07B-AE33E741B352}" presName="linear" presStyleCnt="0">
        <dgm:presLayoutVars>
          <dgm:dir/>
          <dgm:animLvl val="lvl"/>
          <dgm:resizeHandles val="exact"/>
        </dgm:presLayoutVars>
      </dgm:prSet>
      <dgm:spPr/>
    </dgm:pt>
    <dgm:pt modelId="{9550B916-0B98-4178-9F11-C195DC20F4B7}" type="pres">
      <dgm:prSet presAssocID="{AD3DD845-F4BD-4817-A956-F01EABD0B272}" presName="parentLin" presStyleCnt="0"/>
      <dgm:spPr/>
    </dgm:pt>
    <dgm:pt modelId="{06B6101D-5EEC-43CB-ADEF-B7A27BCFCF64}" type="pres">
      <dgm:prSet presAssocID="{AD3DD845-F4BD-4817-A956-F01EABD0B272}" presName="parentLeftMargin" presStyleLbl="node1" presStyleIdx="0" presStyleCnt="3"/>
      <dgm:spPr/>
    </dgm:pt>
    <dgm:pt modelId="{A367EFFF-CFCB-4D67-AEC7-D1C215F2B685}" type="pres">
      <dgm:prSet presAssocID="{AD3DD845-F4BD-4817-A956-F01EABD0B2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EB5CD09-E4AD-4DC7-9FD6-3D708C2071CE}" type="pres">
      <dgm:prSet presAssocID="{AD3DD845-F4BD-4817-A956-F01EABD0B272}" presName="negativeSpace" presStyleCnt="0"/>
      <dgm:spPr/>
    </dgm:pt>
    <dgm:pt modelId="{E7D14D13-99B7-4D04-B560-996E53C50C3C}" type="pres">
      <dgm:prSet presAssocID="{AD3DD845-F4BD-4817-A956-F01EABD0B272}" presName="childText" presStyleLbl="conFgAcc1" presStyleIdx="0" presStyleCnt="3">
        <dgm:presLayoutVars>
          <dgm:bulletEnabled val="1"/>
        </dgm:presLayoutVars>
      </dgm:prSet>
      <dgm:spPr/>
    </dgm:pt>
    <dgm:pt modelId="{A9AACB70-D217-4927-9728-8A51BCB85B29}" type="pres">
      <dgm:prSet presAssocID="{49C0CC86-719D-4286-9D21-3DD8578E28C2}" presName="spaceBetweenRectangles" presStyleCnt="0"/>
      <dgm:spPr/>
    </dgm:pt>
    <dgm:pt modelId="{4863A0C3-7C11-4D77-B6D7-50EA0881AEDE}" type="pres">
      <dgm:prSet presAssocID="{C1496B84-5CF4-42A2-82AF-531221BA88CF}" presName="parentLin" presStyleCnt="0"/>
      <dgm:spPr/>
    </dgm:pt>
    <dgm:pt modelId="{91E0DB7A-A90E-4926-94EA-6C2B4761E240}" type="pres">
      <dgm:prSet presAssocID="{C1496B84-5CF4-42A2-82AF-531221BA88CF}" presName="parentLeftMargin" presStyleLbl="node1" presStyleIdx="0" presStyleCnt="3"/>
      <dgm:spPr/>
    </dgm:pt>
    <dgm:pt modelId="{B10EA9E5-FAEC-4165-8A9C-28089F30F678}" type="pres">
      <dgm:prSet presAssocID="{C1496B84-5CF4-42A2-82AF-531221BA88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041585C-2314-4750-82C2-AA7C934CC490}" type="pres">
      <dgm:prSet presAssocID="{C1496B84-5CF4-42A2-82AF-531221BA88CF}" presName="negativeSpace" presStyleCnt="0"/>
      <dgm:spPr/>
    </dgm:pt>
    <dgm:pt modelId="{2E382864-8F21-463A-A324-3159C731CBAC}" type="pres">
      <dgm:prSet presAssocID="{C1496B84-5CF4-42A2-82AF-531221BA88CF}" presName="childText" presStyleLbl="conFgAcc1" presStyleIdx="1" presStyleCnt="3">
        <dgm:presLayoutVars>
          <dgm:bulletEnabled val="1"/>
        </dgm:presLayoutVars>
      </dgm:prSet>
      <dgm:spPr/>
    </dgm:pt>
    <dgm:pt modelId="{CB0C74BF-B811-442F-A4E2-4CD0D7672465}" type="pres">
      <dgm:prSet presAssocID="{42848F7E-2044-41C6-9CA4-4ABDB174E043}" presName="spaceBetweenRectangles" presStyleCnt="0"/>
      <dgm:spPr/>
    </dgm:pt>
    <dgm:pt modelId="{A1EC6ED1-EA75-40A6-93A6-43B4351E4B08}" type="pres">
      <dgm:prSet presAssocID="{DB891EFC-D761-4A36-807D-F9C70FD33DE6}" presName="parentLin" presStyleCnt="0"/>
      <dgm:spPr/>
    </dgm:pt>
    <dgm:pt modelId="{70205FC1-8A35-4792-BE8C-99B5F0360FDF}" type="pres">
      <dgm:prSet presAssocID="{DB891EFC-D761-4A36-807D-F9C70FD33DE6}" presName="parentLeftMargin" presStyleLbl="node1" presStyleIdx="1" presStyleCnt="3"/>
      <dgm:spPr/>
    </dgm:pt>
    <dgm:pt modelId="{2BB038AE-674C-4D50-AA12-E320D10A083F}" type="pres">
      <dgm:prSet presAssocID="{DB891EFC-D761-4A36-807D-F9C70FD33DE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5C9CA46-434B-41A0-A4CD-5828167171B9}" type="pres">
      <dgm:prSet presAssocID="{DB891EFC-D761-4A36-807D-F9C70FD33DE6}" presName="negativeSpace" presStyleCnt="0"/>
      <dgm:spPr/>
    </dgm:pt>
    <dgm:pt modelId="{189A6B33-F45B-4640-93C9-63F3FEBA84C9}" type="pres">
      <dgm:prSet presAssocID="{DB891EFC-D761-4A36-807D-F9C70FD33DE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3EC6C0E-1537-42A5-9ED2-18D21BFBEA04}" srcId="{D749FF71-5BBB-4B1F-A07B-AE33E741B352}" destId="{C1496B84-5CF4-42A2-82AF-531221BA88CF}" srcOrd="1" destOrd="0" parTransId="{3E1406B4-5914-4BCC-8BEE-C600541329E8}" sibTransId="{42848F7E-2044-41C6-9CA4-4ABDB174E043}"/>
    <dgm:cxn modelId="{0163631D-7219-4430-829C-DDA0A54AAF1D}" srcId="{DB891EFC-D761-4A36-807D-F9C70FD33DE6}" destId="{52649829-024E-4A6C-B07B-6074F24C6EBE}" srcOrd="0" destOrd="0" parTransId="{3F367EE8-35DB-4D6C-8725-488B1D396551}" sibTransId="{26160E43-246C-4DA3-AF31-842827B4D1BF}"/>
    <dgm:cxn modelId="{2F1F562C-A81A-4677-A29C-F420994906AC}" srcId="{D749FF71-5BBB-4B1F-A07B-AE33E741B352}" destId="{DB891EFC-D761-4A36-807D-F9C70FD33DE6}" srcOrd="2" destOrd="0" parTransId="{FAA4EC1F-51E3-470A-A9D6-9CEAFD528998}" sibTransId="{4F17A8BA-5DC0-49CE-BB43-DAF81DFEF538}"/>
    <dgm:cxn modelId="{32C86036-311A-4671-BBED-B4774B3EDDA2}" type="presOf" srcId="{C1496B84-5CF4-42A2-82AF-531221BA88CF}" destId="{B10EA9E5-FAEC-4165-8A9C-28089F30F678}" srcOrd="1" destOrd="0" presId="urn:microsoft.com/office/officeart/2005/8/layout/list1"/>
    <dgm:cxn modelId="{7828E83E-56E0-479F-A230-784B1088BADE}" type="presOf" srcId="{AD3DD845-F4BD-4817-A956-F01EABD0B272}" destId="{06B6101D-5EEC-43CB-ADEF-B7A27BCFCF64}" srcOrd="0" destOrd="0" presId="urn:microsoft.com/office/officeart/2005/8/layout/list1"/>
    <dgm:cxn modelId="{64CBD95E-9232-4F6C-9637-3B7CBAC5A0A4}" srcId="{D749FF71-5BBB-4B1F-A07B-AE33E741B352}" destId="{AD3DD845-F4BD-4817-A956-F01EABD0B272}" srcOrd="0" destOrd="0" parTransId="{4C327F22-2833-4762-98E8-142DDD18556C}" sibTransId="{49C0CC86-719D-4286-9D21-3DD8578E28C2}"/>
    <dgm:cxn modelId="{245F3087-C0F8-4BD1-ADDD-266AACE4DC67}" type="presOf" srcId="{D749FF71-5BBB-4B1F-A07B-AE33E741B352}" destId="{6AE1E72B-CDEB-4329-B81E-772D887E75AD}" srcOrd="0" destOrd="0" presId="urn:microsoft.com/office/officeart/2005/8/layout/list1"/>
    <dgm:cxn modelId="{7F954D8C-0D67-43EE-8FEE-11508126BA56}" type="presOf" srcId="{E03AA731-333F-4AB5-966E-3191790442FD}" destId="{E7D14D13-99B7-4D04-B560-996E53C50C3C}" srcOrd="0" destOrd="0" presId="urn:microsoft.com/office/officeart/2005/8/layout/list1"/>
    <dgm:cxn modelId="{AD95019B-B7B3-4A0E-B460-D120D922EDC5}" type="presOf" srcId="{DB891EFC-D761-4A36-807D-F9C70FD33DE6}" destId="{2BB038AE-674C-4D50-AA12-E320D10A083F}" srcOrd="1" destOrd="0" presId="urn:microsoft.com/office/officeart/2005/8/layout/list1"/>
    <dgm:cxn modelId="{B913D4AE-F79F-4FD8-B7BE-F8EC13E07C2B}" srcId="{C1496B84-5CF4-42A2-82AF-531221BA88CF}" destId="{5510A23C-969B-4745-AC87-D81810F06163}" srcOrd="0" destOrd="0" parTransId="{1BDF2200-D75C-4337-BB17-6D03A0B8F3FD}" sibTransId="{3849A5BF-2E21-495A-A5D9-44A1E4999205}"/>
    <dgm:cxn modelId="{0768B2B2-FE22-4759-AB84-477120D2521F}" srcId="{AD3DD845-F4BD-4817-A956-F01EABD0B272}" destId="{E03AA731-333F-4AB5-966E-3191790442FD}" srcOrd="0" destOrd="0" parTransId="{543F850E-D0CF-4B78-9027-6CB4D3E37A42}" sibTransId="{31AADAFD-39D0-4A99-BBEE-E6208B06ACD1}"/>
    <dgm:cxn modelId="{342004C9-458D-405D-98BF-59B6D8D098AF}" type="presOf" srcId="{DB891EFC-D761-4A36-807D-F9C70FD33DE6}" destId="{70205FC1-8A35-4792-BE8C-99B5F0360FDF}" srcOrd="0" destOrd="0" presId="urn:microsoft.com/office/officeart/2005/8/layout/list1"/>
    <dgm:cxn modelId="{5AE59ED0-7A94-4ED5-B302-9D7CD1FFE2DD}" type="presOf" srcId="{52649829-024E-4A6C-B07B-6074F24C6EBE}" destId="{189A6B33-F45B-4640-93C9-63F3FEBA84C9}" srcOrd="0" destOrd="0" presId="urn:microsoft.com/office/officeart/2005/8/layout/list1"/>
    <dgm:cxn modelId="{B03011D8-B796-4177-B11F-E1B90032E710}" type="presOf" srcId="{5510A23C-969B-4745-AC87-D81810F06163}" destId="{2E382864-8F21-463A-A324-3159C731CBAC}" srcOrd="0" destOrd="0" presId="urn:microsoft.com/office/officeart/2005/8/layout/list1"/>
    <dgm:cxn modelId="{ABA970DF-E1FB-4CBC-9004-906A6904F2CE}" type="presOf" srcId="{C1496B84-5CF4-42A2-82AF-531221BA88CF}" destId="{91E0DB7A-A90E-4926-94EA-6C2B4761E240}" srcOrd="0" destOrd="0" presId="urn:microsoft.com/office/officeart/2005/8/layout/list1"/>
    <dgm:cxn modelId="{8F75B8E3-CD7A-489B-9AB0-0C50DC4CA154}" type="presOf" srcId="{AD3DD845-F4BD-4817-A956-F01EABD0B272}" destId="{A367EFFF-CFCB-4D67-AEC7-D1C215F2B685}" srcOrd="1" destOrd="0" presId="urn:microsoft.com/office/officeart/2005/8/layout/list1"/>
    <dgm:cxn modelId="{6A01C3F2-6C7A-4021-8F8B-DA1D45F2DB31}" type="presParOf" srcId="{6AE1E72B-CDEB-4329-B81E-772D887E75AD}" destId="{9550B916-0B98-4178-9F11-C195DC20F4B7}" srcOrd="0" destOrd="0" presId="urn:microsoft.com/office/officeart/2005/8/layout/list1"/>
    <dgm:cxn modelId="{F85E25CE-CB1F-417E-BF95-CFB2DDC34C73}" type="presParOf" srcId="{9550B916-0B98-4178-9F11-C195DC20F4B7}" destId="{06B6101D-5EEC-43CB-ADEF-B7A27BCFCF64}" srcOrd="0" destOrd="0" presId="urn:microsoft.com/office/officeart/2005/8/layout/list1"/>
    <dgm:cxn modelId="{386AE6E8-E520-4F3C-9234-77557DC2FCFA}" type="presParOf" srcId="{9550B916-0B98-4178-9F11-C195DC20F4B7}" destId="{A367EFFF-CFCB-4D67-AEC7-D1C215F2B685}" srcOrd="1" destOrd="0" presId="urn:microsoft.com/office/officeart/2005/8/layout/list1"/>
    <dgm:cxn modelId="{15AF31C3-7030-4B19-8F94-21D9F716AABE}" type="presParOf" srcId="{6AE1E72B-CDEB-4329-B81E-772D887E75AD}" destId="{4EB5CD09-E4AD-4DC7-9FD6-3D708C2071CE}" srcOrd="1" destOrd="0" presId="urn:microsoft.com/office/officeart/2005/8/layout/list1"/>
    <dgm:cxn modelId="{531907F2-9817-4F91-ACCC-21618D52263A}" type="presParOf" srcId="{6AE1E72B-CDEB-4329-B81E-772D887E75AD}" destId="{E7D14D13-99B7-4D04-B560-996E53C50C3C}" srcOrd="2" destOrd="0" presId="urn:microsoft.com/office/officeart/2005/8/layout/list1"/>
    <dgm:cxn modelId="{20AD965A-E89C-4912-A551-D62C1DB354FA}" type="presParOf" srcId="{6AE1E72B-CDEB-4329-B81E-772D887E75AD}" destId="{A9AACB70-D217-4927-9728-8A51BCB85B29}" srcOrd="3" destOrd="0" presId="urn:microsoft.com/office/officeart/2005/8/layout/list1"/>
    <dgm:cxn modelId="{9533E29F-C8AD-4D95-BC8E-F5E756BECBB8}" type="presParOf" srcId="{6AE1E72B-CDEB-4329-B81E-772D887E75AD}" destId="{4863A0C3-7C11-4D77-B6D7-50EA0881AEDE}" srcOrd="4" destOrd="0" presId="urn:microsoft.com/office/officeart/2005/8/layout/list1"/>
    <dgm:cxn modelId="{7A312972-5B7F-4882-BF18-B6A0F07CF7CF}" type="presParOf" srcId="{4863A0C3-7C11-4D77-B6D7-50EA0881AEDE}" destId="{91E0DB7A-A90E-4926-94EA-6C2B4761E240}" srcOrd="0" destOrd="0" presId="urn:microsoft.com/office/officeart/2005/8/layout/list1"/>
    <dgm:cxn modelId="{2B14B7FF-9580-4F34-A51B-A1AE361F23CB}" type="presParOf" srcId="{4863A0C3-7C11-4D77-B6D7-50EA0881AEDE}" destId="{B10EA9E5-FAEC-4165-8A9C-28089F30F678}" srcOrd="1" destOrd="0" presId="urn:microsoft.com/office/officeart/2005/8/layout/list1"/>
    <dgm:cxn modelId="{FD350949-09AC-4CAB-A4AE-0C031342A4F4}" type="presParOf" srcId="{6AE1E72B-CDEB-4329-B81E-772D887E75AD}" destId="{C041585C-2314-4750-82C2-AA7C934CC490}" srcOrd="5" destOrd="0" presId="urn:microsoft.com/office/officeart/2005/8/layout/list1"/>
    <dgm:cxn modelId="{63D52ECE-8F26-4089-A132-4CDEC235813A}" type="presParOf" srcId="{6AE1E72B-CDEB-4329-B81E-772D887E75AD}" destId="{2E382864-8F21-463A-A324-3159C731CBAC}" srcOrd="6" destOrd="0" presId="urn:microsoft.com/office/officeart/2005/8/layout/list1"/>
    <dgm:cxn modelId="{52835A59-198C-490B-9D2D-ABAB60145261}" type="presParOf" srcId="{6AE1E72B-CDEB-4329-B81E-772D887E75AD}" destId="{CB0C74BF-B811-442F-A4E2-4CD0D7672465}" srcOrd="7" destOrd="0" presId="urn:microsoft.com/office/officeart/2005/8/layout/list1"/>
    <dgm:cxn modelId="{830159EA-CB08-4145-85B0-3903F96E1544}" type="presParOf" srcId="{6AE1E72B-CDEB-4329-B81E-772D887E75AD}" destId="{A1EC6ED1-EA75-40A6-93A6-43B4351E4B08}" srcOrd="8" destOrd="0" presId="urn:microsoft.com/office/officeart/2005/8/layout/list1"/>
    <dgm:cxn modelId="{6535ADC7-EB78-4786-84C8-1D9232A67006}" type="presParOf" srcId="{A1EC6ED1-EA75-40A6-93A6-43B4351E4B08}" destId="{70205FC1-8A35-4792-BE8C-99B5F0360FDF}" srcOrd="0" destOrd="0" presId="urn:microsoft.com/office/officeart/2005/8/layout/list1"/>
    <dgm:cxn modelId="{C7A0A71D-262C-4D92-A043-7A92910D64F5}" type="presParOf" srcId="{A1EC6ED1-EA75-40A6-93A6-43B4351E4B08}" destId="{2BB038AE-674C-4D50-AA12-E320D10A083F}" srcOrd="1" destOrd="0" presId="urn:microsoft.com/office/officeart/2005/8/layout/list1"/>
    <dgm:cxn modelId="{796470E6-1866-4409-AF9F-BFA4736FF93F}" type="presParOf" srcId="{6AE1E72B-CDEB-4329-B81E-772D887E75AD}" destId="{E5C9CA46-434B-41A0-A4CD-5828167171B9}" srcOrd="9" destOrd="0" presId="urn:microsoft.com/office/officeart/2005/8/layout/list1"/>
    <dgm:cxn modelId="{813281A1-4FE0-4FCD-A41F-A36CE774ABC7}" type="presParOf" srcId="{6AE1E72B-CDEB-4329-B81E-772D887E75AD}" destId="{189A6B33-F45B-4640-93C9-63F3FEBA84C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49FF71-5BBB-4B1F-A07B-AE33E741B35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3DD845-F4BD-4817-A956-F01EABD0B272}">
      <dgm:prSet phldrT="[Text]" phldr="0"/>
      <dgm:spPr/>
      <dgm:t>
        <a:bodyPr/>
        <a:lstStyle/>
        <a:p>
          <a:r>
            <a:rPr lang="hu-HU" dirty="0"/>
            <a:t>Becslési periódus</a:t>
          </a:r>
          <a:endParaRPr lang="en-US" dirty="0"/>
        </a:p>
      </dgm:t>
    </dgm:pt>
    <dgm:pt modelId="{4C327F22-2833-4762-98E8-142DDD18556C}" type="parTrans" cxnId="{64CBD95E-9232-4F6C-9637-3B7CBAC5A0A4}">
      <dgm:prSet/>
      <dgm:spPr/>
      <dgm:t>
        <a:bodyPr/>
        <a:lstStyle/>
        <a:p>
          <a:endParaRPr lang="en-US"/>
        </a:p>
      </dgm:t>
    </dgm:pt>
    <dgm:pt modelId="{49C0CC86-719D-4286-9D21-3DD8578E28C2}" type="sibTrans" cxnId="{64CBD95E-9232-4F6C-9637-3B7CBAC5A0A4}">
      <dgm:prSet/>
      <dgm:spPr/>
      <dgm:t>
        <a:bodyPr/>
        <a:lstStyle/>
        <a:p>
          <a:endParaRPr lang="en-US"/>
        </a:p>
      </dgm:t>
    </dgm:pt>
    <dgm:pt modelId="{C1496B84-5CF4-42A2-82AF-531221BA88CF}">
      <dgm:prSet phldrT="[Text]" phldr="0"/>
      <dgm:spPr/>
      <dgm:t>
        <a:bodyPr/>
        <a:lstStyle/>
        <a:p>
          <a:r>
            <a:rPr lang="hu-HU" dirty="0"/>
            <a:t>Regressziós egyenlet</a:t>
          </a:r>
          <a:endParaRPr lang="en-US" dirty="0"/>
        </a:p>
      </dgm:t>
    </dgm:pt>
    <dgm:pt modelId="{3E1406B4-5914-4BCC-8BEE-C600541329E8}" type="parTrans" cxnId="{B3EC6C0E-1537-42A5-9ED2-18D21BFBEA04}">
      <dgm:prSet/>
      <dgm:spPr/>
      <dgm:t>
        <a:bodyPr/>
        <a:lstStyle/>
        <a:p>
          <a:endParaRPr lang="en-US"/>
        </a:p>
      </dgm:t>
    </dgm:pt>
    <dgm:pt modelId="{42848F7E-2044-41C6-9CA4-4ABDB174E043}" type="sibTrans" cxnId="{B3EC6C0E-1537-42A5-9ED2-18D21BFBEA04}">
      <dgm:prSet/>
      <dgm:spPr/>
      <dgm:t>
        <a:bodyPr/>
        <a:lstStyle/>
        <a:p>
          <a:endParaRPr lang="en-US"/>
        </a:p>
      </dgm:t>
    </dgm:pt>
    <dgm:pt modelId="{DB891EFC-D761-4A36-807D-F9C70FD33DE6}">
      <dgm:prSet phldrT="[Text]" phldr="0"/>
      <dgm:spPr/>
      <dgm:t>
        <a:bodyPr/>
        <a:lstStyle/>
        <a:p>
          <a:r>
            <a:rPr lang="hu-HU" dirty="0"/>
            <a:t>Eseményablak</a:t>
          </a:r>
          <a:endParaRPr lang="en-US" dirty="0"/>
        </a:p>
      </dgm:t>
    </dgm:pt>
    <dgm:pt modelId="{FAA4EC1F-51E3-470A-A9D6-9CEAFD528998}" type="parTrans" cxnId="{2F1F562C-A81A-4677-A29C-F420994906AC}">
      <dgm:prSet/>
      <dgm:spPr/>
      <dgm:t>
        <a:bodyPr/>
        <a:lstStyle/>
        <a:p>
          <a:endParaRPr lang="en-US"/>
        </a:p>
      </dgm:t>
    </dgm:pt>
    <dgm:pt modelId="{4F17A8BA-5DC0-49CE-BB43-DAF81DFEF538}" type="sibTrans" cxnId="{2F1F562C-A81A-4677-A29C-F420994906AC}">
      <dgm:prSet/>
      <dgm:spPr/>
      <dgm:t>
        <a:bodyPr/>
        <a:lstStyle/>
        <a:p>
          <a:endParaRPr lang="en-US"/>
        </a:p>
      </dgm:t>
    </dgm:pt>
    <dgm:pt modelId="{E03AA731-333F-4AB5-966E-3191790442FD}">
      <dgm:prSet phldrT="[Text]" phldr="0"/>
      <dgm:spPr/>
      <dgm:t>
        <a:bodyPr/>
        <a:lstStyle/>
        <a:p>
          <a:r>
            <a:rPr lang="hu-HU"/>
            <a:t>120 nap + 30 nap puffer</a:t>
          </a:r>
          <a:endParaRPr lang="en-US"/>
        </a:p>
      </dgm:t>
    </dgm:pt>
    <dgm:pt modelId="{543F850E-D0CF-4B78-9027-6CB4D3E37A42}" type="parTrans" cxnId="{0768B2B2-FE22-4759-AB84-477120D2521F}">
      <dgm:prSet/>
      <dgm:spPr/>
      <dgm:t>
        <a:bodyPr/>
        <a:lstStyle/>
        <a:p>
          <a:endParaRPr lang="en-US"/>
        </a:p>
      </dgm:t>
    </dgm:pt>
    <dgm:pt modelId="{31AADAFD-39D0-4A99-BBEE-E6208B06ACD1}" type="sibTrans" cxnId="{0768B2B2-FE22-4759-AB84-477120D2521F}">
      <dgm:prSet/>
      <dgm:spPr/>
      <dgm:t>
        <a:bodyPr/>
        <a:lstStyle/>
        <a:p>
          <a:endParaRPr lang="en-US"/>
        </a:p>
      </dgm:t>
    </dgm:pt>
    <dgm:pt modelId="{5510A23C-969B-4745-AC87-D81810F06163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BDF2200-D75C-4337-BB17-6D03A0B8F3FD}" type="parTrans" cxnId="{B913D4AE-F79F-4FD8-B7BE-F8EC13E07C2B}">
      <dgm:prSet/>
      <dgm:spPr/>
      <dgm:t>
        <a:bodyPr/>
        <a:lstStyle/>
        <a:p>
          <a:endParaRPr lang="en-US"/>
        </a:p>
      </dgm:t>
    </dgm:pt>
    <dgm:pt modelId="{3849A5BF-2E21-495A-A5D9-44A1E4999205}" type="sibTrans" cxnId="{B913D4AE-F79F-4FD8-B7BE-F8EC13E07C2B}">
      <dgm:prSet/>
      <dgm:spPr/>
      <dgm:t>
        <a:bodyPr/>
        <a:lstStyle/>
        <a:p>
          <a:endParaRPr lang="en-US"/>
        </a:p>
      </dgm:t>
    </dgm:pt>
    <dgm:pt modelId="{52649829-024E-4A6C-B07B-6074F24C6EBE}">
      <dgm:prSet phldrT="[Text]" phldr="0"/>
      <dgm:spPr/>
      <dgm:t>
        <a:bodyPr/>
        <a:lstStyle/>
        <a:p>
          <a:r>
            <a:rPr lang="hu-HU"/>
            <a:t>T-2 naptól T+5 napig</a:t>
          </a:r>
          <a:endParaRPr lang="en-US" dirty="0"/>
        </a:p>
      </dgm:t>
    </dgm:pt>
    <dgm:pt modelId="{3F367EE8-35DB-4D6C-8725-488B1D396551}" type="parTrans" cxnId="{0163631D-7219-4430-829C-DDA0A54AAF1D}">
      <dgm:prSet/>
      <dgm:spPr/>
      <dgm:t>
        <a:bodyPr/>
        <a:lstStyle/>
        <a:p>
          <a:endParaRPr lang="en-US"/>
        </a:p>
      </dgm:t>
    </dgm:pt>
    <dgm:pt modelId="{26160E43-246C-4DA3-AF31-842827B4D1BF}" type="sibTrans" cxnId="{0163631D-7219-4430-829C-DDA0A54AAF1D}">
      <dgm:prSet/>
      <dgm:spPr/>
      <dgm:t>
        <a:bodyPr/>
        <a:lstStyle/>
        <a:p>
          <a:endParaRPr lang="en-US"/>
        </a:p>
      </dgm:t>
    </dgm:pt>
    <dgm:pt modelId="{6AE1E72B-CDEB-4329-B81E-772D887E75AD}" type="pres">
      <dgm:prSet presAssocID="{D749FF71-5BBB-4B1F-A07B-AE33E741B352}" presName="linear" presStyleCnt="0">
        <dgm:presLayoutVars>
          <dgm:dir/>
          <dgm:animLvl val="lvl"/>
          <dgm:resizeHandles val="exact"/>
        </dgm:presLayoutVars>
      </dgm:prSet>
      <dgm:spPr/>
    </dgm:pt>
    <dgm:pt modelId="{9550B916-0B98-4178-9F11-C195DC20F4B7}" type="pres">
      <dgm:prSet presAssocID="{AD3DD845-F4BD-4817-A956-F01EABD0B272}" presName="parentLin" presStyleCnt="0"/>
      <dgm:spPr/>
    </dgm:pt>
    <dgm:pt modelId="{06B6101D-5EEC-43CB-ADEF-B7A27BCFCF64}" type="pres">
      <dgm:prSet presAssocID="{AD3DD845-F4BD-4817-A956-F01EABD0B272}" presName="parentLeftMargin" presStyleLbl="node1" presStyleIdx="0" presStyleCnt="3"/>
      <dgm:spPr/>
    </dgm:pt>
    <dgm:pt modelId="{A367EFFF-CFCB-4D67-AEC7-D1C215F2B685}" type="pres">
      <dgm:prSet presAssocID="{AD3DD845-F4BD-4817-A956-F01EABD0B2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EB5CD09-E4AD-4DC7-9FD6-3D708C2071CE}" type="pres">
      <dgm:prSet presAssocID="{AD3DD845-F4BD-4817-A956-F01EABD0B272}" presName="negativeSpace" presStyleCnt="0"/>
      <dgm:spPr/>
    </dgm:pt>
    <dgm:pt modelId="{E7D14D13-99B7-4D04-B560-996E53C50C3C}" type="pres">
      <dgm:prSet presAssocID="{AD3DD845-F4BD-4817-A956-F01EABD0B272}" presName="childText" presStyleLbl="conFgAcc1" presStyleIdx="0" presStyleCnt="3">
        <dgm:presLayoutVars>
          <dgm:bulletEnabled val="1"/>
        </dgm:presLayoutVars>
      </dgm:prSet>
      <dgm:spPr/>
    </dgm:pt>
    <dgm:pt modelId="{A9AACB70-D217-4927-9728-8A51BCB85B29}" type="pres">
      <dgm:prSet presAssocID="{49C0CC86-719D-4286-9D21-3DD8578E28C2}" presName="spaceBetweenRectangles" presStyleCnt="0"/>
      <dgm:spPr/>
    </dgm:pt>
    <dgm:pt modelId="{4863A0C3-7C11-4D77-B6D7-50EA0881AEDE}" type="pres">
      <dgm:prSet presAssocID="{C1496B84-5CF4-42A2-82AF-531221BA88CF}" presName="parentLin" presStyleCnt="0"/>
      <dgm:spPr/>
    </dgm:pt>
    <dgm:pt modelId="{91E0DB7A-A90E-4926-94EA-6C2B4761E240}" type="pres">
      <dgm:prSet presAssocID="{C1496B84-5CF4-42A2-82AF-531221BA88CF}" presName="parentLeftMargin" presStyleLbl="node1" presStyleIdx="0" presStyleCnt="3"/>
      <dgm:spPr/>
    </dgm:pt>
    <dgm:pt modelId="{B10EA9E5-FAEC-4165-8A9C-28089F30F678}" type="pres">
      <dgm:prSet presAssocID="{C1496B84-5CF4-42A2-82AF-531221BA88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041585C-2314-4750-82C2-AA7C934CC490}" type="pres">
      <dgm:prSet presAssocID="{C1496B84-5CF4-42A2-82AF-531221BA88CF}" presName="negativeSpace" presStyleCnt="0"/>
      <dgm:spPr/>
    </dgm:pt>
    <dgm:pt modelId="{2E382864-8F21-463A-A324-3159C731CBAC}" type="pres">
      <dgm:prSet presAssocID="{C1496B84-5CF4-42A2-82AF-531221BA88CF}" presName="childText" presStyleLbl="conFgAcc1" presStyleIdx="1" presStyleCnt="3">
        <dgm:presLayoutVars>
          <dgm:bulletEnabled val="1"/>
        </dgm:presLayoutVars>
      </dgm:prSet>
      <dgm:spPr/>
    </dgm:pt>
    <dgm:pt modelId="{CB0C74BF-B811-442F-A4E2-4CD0D7672465}" type="pres">
      <dgm:prSet presAssocID="{42848F7E-2044-41C6-9CA4-4ABDB174E043}" presName="spaceBetweenRectangles" presStyleCnt="0"/>
      <dgm:spPr/>
    </dgm:pt>
    <dgm:pt modelId="{A1EC6ED1-EA75-40A6-93A6-43B4351E4B08}" type="pres">
      <dgm:prSet presAssocID="{DB891EFC-D761-4A36-807D-F9C70FD33DE6}" presName="parentLin" presStyleCnt="0"/>
      <dgm:spPr/>
    </dgm:pt>
    <dgm:pt modelId="{70205FC1-8A35-4792-BE8C-99B5F0360FDF}" type="pres">
      <dgm:prSet presAssocID="{DB891EFC-D761-4A36-807D-F9C70FD33DE6}" presName="parentLeftMargin" presStyleLbl="node1" presStyleIdx="1" presStyleCnt="3"/>
      <dgm:spPr/>
    </dgm:pt>
    <dgm:pt modelId="{2BB038AE-674C-4D50-AA12-E320D10A083F}" type="pres">
      <dgm:prSet presAssocID="{DB891EFC-D761-4A36-807D-F9C70FD33DE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5C9CA46-434B-41A0-A4CD-5828167171B9}" type="pres">
      <dgm:prSet presAssocID="{DB891EFC-D761-4A36-807D-F9C70FD33DE6}" presName="negativeSpace" presStyleCnt="0"/>
      <dgm:spPr/>
    </dgm:pt>
    <dgm:pt modelId="{189A6B33-F45B-4640-93C9-63F3FEBA84C9}" type="pres">
      <dgm:prSet presAssocID="{DB891EFC-D761-4A36-807D-F9C70FD33DE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3EC6C0E-1537-42A5-9ED2-18D21BFBEA04}" srcId="{D749FF71-5BBB-4B1F-A07B-AE33E741B352}" destId="{C1496B84-5CF4-42A2-82AF-531221BA88CF}" srcOrd="1" destOrd="0" parTransId="{3E1406B4-5914-4BCC-8BEE-C600541329E8}" sibTransId="{42848F7E-2044-41C6-9CA4-4ABDB174E043}"/>
    <dgm:cxn modelId="{0163631D-7219-4430-829C-DDA0A54AAF1D}" srcId="{DB891EFC-D761-4A36-807D-F9C70FD33DE6}" destId="{52649829-024E-4A6C-B07B-6074F24C6EBE}" srcOrd="0" destOrd="0" parTransId="{3F367EE8-35DB-4D6C-8725-488B1D396551}" sibTransId="{26160E43-246C-4DA3-AF31-842827B4D1BF}"/>
    <dgm:cxn modelId="{2F1F562C-A81A-4677-A29C-F420994906AC}" srcId="{D749FF71-5BBB-4B1F-A07B-AE33E741B352}" destId="{DB891EFC-D761-4A36-807D-F9C70FD33DE6}" srcOrd="2" destOrd="0" parTransId="{FAA4EC1F-51E3-470A-A9D6-9CEAFD528998}" sibTransId="{4F17A8BA-5DC0-49CE-BB43-DAF81DFEF538}"/>
    <dgm:cxn modelId="{32C86036-311A-4671-BBED-B4774B3EDDA2}" type="presOf" srcId="{C1496B84-5CF4-42A2-82AF-531221BA88CF}" destId="{B10EA9E5-FAEC-4165-8A9C-28089F30F678}" srcOrd="1" destOrd="0" presId="urn:microsoft.com/office/officeart/2005/8/layout/list1"/>
    <dgm:cxn modelId="{7828E83E-56E0-479F-A230-784B1088BADE}" type="presOf" srcId="{AD3DD845-F4BD-4817-A956-F01EABD0B272}" destId="{06B6101D-5EEC-43CB-ADEF-B7A27BCFCF64}" srcOrd="0" destOrd="0" presId="urn:microsoft.com/office/officeart/2005/8/layout/list1"/>
    <dgm:cxn modelId="{64CBD95E-9232-4F6C-9637-3B7CBAC5A0A4}" srcId="{D749FF71-5BBB-4B1F-A07B-AE33E741B352}" destId="{AD3DD845-F4BD-4817-A956-F01EABD0B272}" srcOrd="0" destOrd="0" parTransId="{4C327F22-2833-4762-98E8-142DDD18556C}" sibTransId="{49C0CC86-719D-4286-9D21-3DD8578E28C2}"/>
    <dgm:cxn modelId="{245F3087-C0F8-4BD1-ADDD-266AACE4DC67}" type="presOf" srcId="{D749FF71-5BBB-4B1F-A07B-AE33E741B352}" destId="{6AE1E72B-CDEB-4329-B81E-772D887E75AD}" srcOrd="0" destOrd="0" presId="urn:microsoft.com/office/officeart/2005/8/layout/list1"/>
    <dgm:cxn modelId="{7F954D8C-0D67-43EE-8FEE-11508126BA56}" type="presOf" srcId="{E03AA731-333F-4AB5-966E-3191790442FD}" destId="{E7D14D13-99B7-4D04-B560-996E53C50C3C}" srcOrd="0" destOrd="0" presId="urn:microsoft.com/office/officeart/2005/8/layout/list1"/>
    <dgm:cxn modelId="{AD95019B-B7B3-4A0E-B460-D120D922EDC5}" type="presOf" srcId="{DB891EFC-D761-4A36-807D-F9C70FD33DE6}" destId="{2BB038AE-674C-4D50-AA12-E320D10A083F}" srcOrd="1" destOrd="0" presId="urn:microsoft.com/office/officeart/2005/8/layout/list1"/>
    <dgm:cxn modelId="{B913D4AE-F79F-4FD8-B7BE-F8EC13E07C2B}" srcId="{C1496B84-5CF4-42A2-82AF-531221BA88CF}" destId="{5510A23C-969B-4745-AC87-D81810F06163}" srcOrd="0" destOrd="0" parTransId="{1BDF2200-D75C-4337-BB17-6D03A0B8F3FD}" sibTransId="{3849A5BF-2E21-495A-A5D9-44A1E4999205}"/>
    <dgm:cxn modelId="{0768B2B2-FE22-4759-AB84-477120D2521F}" srcId="{AD3DD845-F4BD-4817-A956-F01EABD0B272}" destId="{E03AA731-333F-4AB5-966E-3191790442FD}" srcOrd="0" destOrd="0" parTransId="{543F850E-D0CF-4B78-9027-6CB4D3E37A42}" sibTransId="{31AADAFD-39D0-4A99-BBEE-E6208B06ACD1}"/>
    <dgm:cxn modelId="{342004C9-458D-405D-98BF-59B6D8D098AF}" type="presOf" srcId="{DB891EFC-D761-4A36-807D-F9C70FD33DE6}" destId="{70205FC1-8A35-4792-BE8C-99B5F0360FDF}" srcOrd="0" destOrd="0" presId="urn:microsoft.com/office/officeart/2005/8/layout/list1"/>
    <dgm:cxn modelId="{5AE59ED0-7A94-4ED5-B302-9D7CD1FFE2DD}" type="presOf" srcId="{52649829-024E-4A6C-B07B-6074F24C6EBE}" destId="{189A6B33-F45B-4640-93C9-63F3FEBA84C9}" srcOrd="0" destOrd="0" presId="urn:microsoft.com/office/officeart/2005/8/layout/list1"/>
    <dgm:cxn modelId="{B03011D8-B796-4177-B11F-E1B90032E710}" type="presOf" srcId="{5510A23C-969B-4745-AC87-D81810F06163}" destId="{2E382864-8F21-463A-A324-3159C731CBAC}" srcOrd="0" destOrd="0" presId="urn:microsoft.com/office/officeart/2005/8/layout/list1"/>
    <dgm:cxn modelId="{ABA970DF-E1FB-4CBC-9004-906A6904F2CE}" type="presOf" srcId="{C1496B84-5CF4-42A2-82AF-531221BA88CF}" destId="{91E0DB7A-A90E-4926-94EA-6C2B4761E240}" srcOrd="0" destOrd="0" presId="urn:microsoft.com/office/officeart/2005/8/layout/list1"/>
    <dgm:cxn modelId="{8F75B8E3-CD7A-489B-9AB0-0C50DC4CA154}" type="presOf" srcId="{AD3DD845-F4BD-4817-A956-F01EABD0B272}" destId="{A367EFFF-CFCB-4D67-AEC7-D1C215F2B685}" srcOrd="1" destOrd="0" presId="urn:microsoft.com/office/officeart/2005/8/layout/list1"/>
    <dgm:cxn modelId="{6A01C3F2-6C7A-4021-8F8B-DA1D45F2DB31}" type="presParOf" srcId="{6AE1E72B-CDEB-4329-B81E-772D887E75AD}" destId="{9550B916-0B98-4178-9F11-C195DC20F4B7}" srcOrd="0" destOrd="0" presId="urn:microsoft.com/office/officeart/2005/8/layout/list1"/>
    <dgm:cxn modelId="{F85E25CE-CB1F-417E-BF95-CFB2DDC34C73}" type="presParOf" srcId="{9550B916-0B98-4178-9F11-C195DC20F4B7}" destId="{06B6101D-5EEC-43CB-ADEF-B7A27BCFCF64}" srcOrd="0" destOrd="0" presId="urn:microsoft.com/office/officeart/2005/8/layout/list1"/>
    <dgm:cxn modelId="{386AE6E8-E520-4F3C-9234-77557DC2FCFA}" type="presParOf" srcId="{9550B916-0B98-4178-9F11-C195DC20F4B7}" destId="{A367EFFF-CFCB-4D67-AEC7-D1C215F2B685}" srcOrd="1" destOrd="0" presId="urn:microsoft.com/office/officeart/2005/8/layout/list1"/>
    <dgm:cxn modelId="{15AF31C3-7030-4B19-8F94-21D9F716AABE}" type="presParOf" srcId="{6AE1E72B-CDEB-4329-B81E-772D887E75AD}" destId="{4EB5CD09-E4AD-4DC7-9FD6-3D708C2071CE}" srcOrd="1" destOrd="0" presId="urn:microsoft.com/office/officeart/2005/8/layout/list1"/>
    <dgm:cxn modelId="{531907F2-9817-4F91-ACCC-21618D52263A}" type="presParOf" srcId="{6AE1E72B-CDEB-4329-B81E-772D887E75AD}" destId="{E7D14D13-99B7-4D04-B560-996E53C50C3C}" srcOrd="2" destOrd="0" presId="urn:microsoft.com/office/officeart/2005/8/layout/list1"/>
    <dgm:cxn modelId="{20AD965A-E89C-4912-A551-D62C1DB354FA}" type="presParOf" srcId="{6AE1E72B-CDEB-4329-B81E-772D887E75AD}" destId="{A9AACB70-D217-4927-9728-8A51BCB85B29}" srcOrd="3" destOrd="0" presId="urn:microsoft.com/office/officeart/2005/8/layout/list1"/>
    <dgm:cxn modelId="{9533E29F-C8AD-4D95-BC8E-F5E756BECBB8}" type="presParOf" srcId="{6AE1E72B-CDEB-4329-B81E-772D887E75AD}" destId="{4863A0C3-7C11-4D77-B6D7-50EA0881AEDE}" srcOrd="4" destOrd="0" presId="urn:microsoft.com/office/officeart/2005/8/layout/list1"/>
    <dgm:cxn modelId="{7A312972-5B7F-4882-BF18-B6A0F07CF7CF}" type="presParOf" srcId="{4863A0C3-7C11-4D77-B6D7-50EA0881AEDE}" destId="{91E0DB7A-A90E-4926-94EA-6C2B4761E240}" srcOrd="0" destOrd="0" presId="urn:microsoft.com/office/officeart/2005/8/layout/list1"/>
    <dgm:cxn modelId="{2B14B7FF-9580-4F34-A51B-A1AE361F23CB}" type="presParOf" srcId="{4863A0C3-7C11-4D77-B6D7-50EA0881AEDE}" destId="{B10EA9E5-FAEC-4165-8A9C-28089F30F678}" srcOrd="1" destOrd="0" presId="urn:microsoft.com/office/officeart/2005/8/layout/list1"/>
    <dgm:cxn modelId="{FD350949-09AC-4CAB-A4AE-0C031342A4F4}" type="presParOf" srcId="{6AE1E72B-CDEB-4329-B81E-772D887E75AD}" destId="{C041585C-2314-4750-82C2-AA7C934CC490}" srcOrd="5" destOrd="0" presId="urn:microsoft.com/office/officeart/2005/8/layout/list1"/>
    <dgm:cxn modelId="{63D52ECE-8F26-4089-A132-4CDEC235813A}" type="presParOf" srcId="{6AE1E72B-CDEB-4329-B81E-772D887E75AD}" destId="{2E382864-8F21-463A-A324-3159C731CBAC}" srcOrd="6" destOrd="0" presId="urn:microsoft.com/office/officeart/2005/8/layout/list1"/>
    <dgm:cxn modelId="{52835A59-198C-490B-9D2D-ABAB60145261}" type="presParOf" srcId="{6AE1E72B-CDEB-4329-B81E-772D887E75AD}" destId="{CB0C74BF-B811-442F-A4E2-4CD0D7672465}" srcOrd="7" destOrd="0" presId="urn:microsoft.com/office/officeart/2005/8/layout/list1"/>
    <dgm:cxn modelId="{830159EA-CB08-4145-85B0-3903F96E1544}" type="presParOf" srcId="{6AE1E72B-CDEB-4329-B81E-772D887E75AD}" destId="{A1EC6ED1-EA75-40A6-93A6-43B4351E4B08}" srcOrd="8" destOrd="0" presId="urn:microsoft.com/office/officeart/2005/8/layout/list1"/>
    <dgm:cxn modelId="{6535ADC7-EB78-4786-84C8-1D9232A67006}" type="presParOf" srcId="{A1EC6ED1-EA75-40A6-93A6-43B4351E4B08}" destId="{70205FC1-8A35-4792-BE8C-99B5F0360FDF}" srcOrd="0" destOrd="0" presId="urn:microsoft.com/office/officeart/2005/8/layout/list1"/>
    <dgm:cxn modelId="{C7A0A71D-262C-4D92-A043-7A92910D64F5}" type="presParOf" srcId="{A1EC6ED1-EA75-40A6-93A6-43B4351E4B08}" destId="{2BB038AE-674C-4D50-AA12-E320D10A083F}" srcOrd="1" destOrd="0" presId="urn:microsoft.com/office/officeart/2005/8/layout/list1"/>
    <dgm:cxn modelId="{796470E6-1866-4409-AF9F-BFA4736FF93F}" type="presParOf" srcId="{6AE1E72B-CDEB-4329-B81E-772D887E75AD}" destId="{E5C9CA46-434B-41A0-A4CD-5828167171B9}" srcOrd="9" destOrd="0" presId="urn:microsoft.com/office/officeart/2005/8/layout/list1"/>
    <dgm:cxn modelId="{813281A1-4FE0-4FCD-A41F-A36CE774ABC7}" type="presParOf" srcId="{6AE1E72B-CDEB-4329-B81E-772D887E75AD}" destId="{189A6B33-F45B-4640-93C9-63F3FEBA84C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E49992-BD88-4E6C-B0C5-252DB1FB340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BAC0FF-785B-49EB-B69E-091F93B04944}">
      <dgm:prSet phldrT="[Text]" phldr="0"/>
      <dgm:spPr/>
      <dgm:t>
        <a:bodyPr/>
        <a:lstStyle/>
        <a:p>
          <a:r>
            <a:rPr lang="hu-HU" dirty="0"/>
            <a:t>Látványos volatilitás emelkedés</a:t>
          </a:r>
          <a:endParaRPr lang="en-US" dirty="0"/>
        </a:p>
      </dgm:t>
    </dgm:pt>
    <dgm:pt modelId="{82BA0B0D-F708-4527-B917-304F918A7298}" type="parTrans" cxnId="{F1B6B590-17AC-4FD2-82FA-1B5EF4171156}">
      <dgm:prSet/>
      <dgm:spPr/>
      <dgm:t>
        <a:bodyPr/>
        <a:lstStyle/>
        <a:p>
          <a:endParaRPr lang="en-US"/>
        </a:p>
      </dgm:t>
    </dgm:pt>
    <dgm:pt modelId="{0F257C85-79C9-463D-A882-109556C3D32A}" type="sibTrans" cxnId="{F1B6B590-17AC-4FD2-82FA-1B5EF4171156}">
      <dgm:prSet/>
      <dgm:spPr/>
      <dgm:t>
        <a:bodyPr/>
        <a:lstStyle/>
        <a:p>
          <a:endParaRPr lang="en-US"/>
        </a:p>
      </dgm:t>
    </dgm:pt>
    <dgm:pt modelId="{2AE045FE-A455-4BB5-A0E2-01BFF8A17843}">
      <dgm:prSet phldrT="[Text]" phldr="0"/>
      <dgm:spPr/>
      <dgm:t>
        <a:bodyPr/>
        <a:lstStyle/>
        <a:p>
          <a:r>
            <a:rPr lang="hu-HU" dirty="0"/>
            <a:t>Mérsékelt összhatás</a:t>
          </a:r>
          <a:endParaRPr lang="en-US" dirty="0"/>
        </a:p>
      </dgm:t>
    </dgm:pt>
    <dgm:pt modelId="{42928AD9-41C3-47E3-BF47-CC8BFA996934}" type="parTrans" cxnId="{9D534F7E-8979-4131-8F80-15B11F1E4C02}">
      <dgm:prSet/>
      <dgm:spPr/>
      <dgm:t>
        <a:bodyPr/>
        <a:lstStyle/>
        <a:p>
          <a:endParaRPr lang="en-US"/>
        </a:p>
      </dgm:t>
    </dgm:pt>
    <dgm:pt modelId="{FDBAE9C6-0361-441B-9944-C762D784F0C0}" type="sibTrans" cxnId="{9D534F7E-8979-4131-8F80-15B11F1E4C02}">
      <dgm:prSet/>
      <dgm:spPr/>
      <dgm:t>
        <a:bodyPr/>
        <a:lstStyle/>
        <a:p>
          <a:endParaRPr lang="en-US"/>
        </a:p>
      </dgm:t>
    </dgm:pt>
    <dgm:pt modelId="{0EF9D2E2-013A-425B-BFAB-6393E93AD954}">
      <dgm:prSet phldrT="[Text]" phldr="0"/>
      <dgm:spPr/>
      <dgm:t>
        <a:bodyPr/>
        <a:lstStyle/>
        <a:p>
          <a:r>
            <a:rPr lang="hu-HU" dirty="0"/>
            <a:t>A vizsgált részvények közül több is megugrással, majd korrekcióval reagált az eredményre</a:t>
          </a:r>
          <a:endParaRPr lang="en-US" dirty="0"/>
        </a:p>
      </dgm:t>
    </dgm:pt>
    <dgm:pt modelId="{3C13A9D9-D9B7-4C67-B199-6C57199091C0}" type="parTrans" cxnId="{816CECAB-D32A-44BC-9AE1-CF81AC41A432}">
      <dgm:prSet/>
      <dgm:spPr/>
      <dgm:t>
        <a:bodyPr/>
        <a:lstStyle/>
        <a:p>
          <a:endParaRPr lang="en-US"/>
        </a:p>
      </dgm:t>
    </dgm:pt>
    <dgm:pt modelId="{274F3B9D-5A2B-484C-A185-8BB0CBC77B37}" type="sibTrans" cxnId="{816CECAB-D32A-44BC-9AE1-CF81AC41A432}">
      <dgm:prSet/>
      <dgm:spPr/>
      <dgm:t>
        <a:bodyPr/>
        <a:lstStyle/>
        <a:p>
          <a:endParaRPr lang="en-US"/>
        </a:p>
      </dgm:t>
    </dgm:pt>
    <dgm:pt modelId="{86798644-B041-4D64-A6F8-8D6F54E90EDC}">
      <dgm:prSet phldrT="[Text]" phldr="0"/>
      <dgm:spPr/>
      <dgm:t>
        <a:bodyPr/>
        <a:lstStyle/>
        <a:p>
          <a:r>
            <a:rPr lang="hu-HU" dirty="0"/>
            <a:t>A </a:t>
          </a:r>
          <a:r>
            <a:rPr lang="hu-HU" dirty="0" err="1"/>
            <a:t>kriptovalutákkal</a:t>
          </a:r>
          <a:r>
            <a:rPr lang="hu-HU" dirty="0"/>
            <a:t> foglalkozó cégek kivételével nem tapasztalható szignifikáns CAR</a:t>
          </a:r>
          <a:endParaRPr lang="en-US" dirty="0"/>
        </a:p>
      </dgm:t>
    </dgm:pt>
    <dgm:pt modelId="{D73AD407-2F35-477F-A648-992B00A738F9}" type="parTrans" cxnId="{53A37CB7-3D35-416B-9408-813633BB2BBA}">
      <dgm:prSet/>
      <dgm:spPr/>
      <dgm:t>
        <a:bodyPr/>
        <a:lstStyle/>
        <a:p>
          <a:endParaRPr lang="en-US"/>
        </a:p>
      </dgm:t>
    </dgm:pt>
    <dgm:pt modelId="{88B8C9CC-AE4B-4AD2-AD63-AFC3AE6804B1}" type="sibTrans" cxnId="{53A37CB7-3D35-416B-9408-813633BB2BBA}">
      <dgm:prSet/>
      <dgm:spPr/>
      <dgm:t>
        <a:bodyPr/>
        <a:lstStyle/>
        <a:p>
          <a:endParaRPr lang="en-US"/>
        </a:p>
      </dgm:t>
    </dgm:pt>
    <dgm:pt modelId="{BDDCCE46-AC8C-406E-85C9-89195C61D424}">
      <dgm:prSet phldrT="[Text]" phldr="0"/>
      <dgm:spPr/>
      <dgm:t>
        <a:bodyPr/>
        <a:lstStyle/>
        <a:p>
          <a:r>
            <a:rPr lang="hu-HU" dirty="0"/>
            <a:t>Az eredmények megfelelnek a szakirodalomnak</a:t>
          </a:r>
          <a:endParaRPr lang="en-US" dirty="0"/>
        </a:p>
      </dgm:t>
    </dgm:pt>
    <dgm:pt modelId="{AED0A20C-D5FF-4F7E-901A-4636152661BE}" type="parTrans" cxnId="{C12474CE-2AE1-4485-9EA2-CB039105A60F}">
      <dgm:prSet/>
      <dgm:spPr/>
      <dgm:t>
        <a:bodyPr/>
        <a:lstStyle/>
        <a:p>
          <a:endParaRPr lang="en-US"/>
        </a:p>
      </dgm:t>
    </dgm:pt>
    <dgm:pt modelId="{88EB7687-89D1-4ED4-AE30-927C86749637}" type="sibTrans" cxnId="{C12474CE-2AE1-4485-9EA2-CB039105A60F}">
      <dgm:prSet/>
      <dgm:spPr/>
      <dgm:t>
        <a:bodyPr/>
        <a:lstStyle/>
        <a:p>
          <a:endParaRPr lang="en-US"/>
        </a:p>
      </dgm:t>
    </dgm:pt>
    <dgm:pt modelId="{B09835CA-8559-4624-AE05-9A6A3ED4120F}">
      <dgm:prSet phldrT="[Text]" phldr="0"/>
      <dgm:spPr/>
      <dgm:t>
        <a:bodyPr/>
        <a:lstStyle/>
        <a:p>
          <a:r>
            <a:rPr lang="hu-HU"/>
            <a:t>Több cikk is hasonló eredményre jutott</a:t>
          </a:r>
          <a:endParaRPr lang="en-US" dirty="0"/>
        </a:p>
      </dgm:t>
    </dgm:pt>
    <dgm:pt modelId="{0A21C721-04EE-4ACE-AFDA-9CE4080D8D38}" type="parTrans" cxnId="{9750C3EA-CAE7-419F-9B8A-CD48E7C3843C}">
      <dgm:prSet/>
      <dgm:spPr/>
      <dgm:t>
        <a:bodyPr/>
        <a:lstStyle/>
        <a:p>
          <a:endParaRPr lang="en-US"/>
        </a:p>
      </dgm:t>
    </dgm:pt>
    <dgm:pt modelId="{BF813237-2CCF-40DB-9A44-7487C75389EC}" type="sibTrans" cxnId="{9750C3EA-CAE7-419F-9B8A-CD48E7C3843C}">
      <dgm:prSet/>
      <dgm:spPr/>
      <dgm:t>
        <a:bodyPr/>
        <a:lstStyle/>
        <a:p>
          <a:endParaRPr lang="en-US"/>
        </a:p>
      </dgm:t>
    </dgm:pt>
    <dgm:pt modelId="{3F08D80A-2EE8-4A51-BABE-9034C703FD20}" type="pres">
      <dgm:prSet presAssocID="{E3E49992-BD88-4E6C-B0C5-252DB1FB3406}" presName="linear" presStyleCnt="0">
        <dgm:presLayoutVars>
          <dgm:dir/>
          <dgm:animLvl val="lvl"/>
          <dgm:resizeHandles val="exact"/>
        </dgm:presLayoutVars>
      </dgm:prSet>
      <dgm:spPr/>
    </dgm:pt>
    <dgm:pt modelId="{9C83E8E1-3AF9-41F2-8BBE-5AC9AFAE60B7}" type="pres">
      <dgm:prSet presAssocID="{43BAC0FF-785B-49EB-B69E-091F93B04944}" presName="parentLin" presStyleCnt="0"/>
      <dgm:spPr/>
    </dgm:pt>
    <dgm:pt modelId="{62DF2E78-459B-4A19-89FC-9F29B1FE38EC}" type="pres">
      <dgm:prSet presAssocID="{43BAC0FF-785B-49EB-B69E-091F93B04944}" presName="parentLeftMargin" presStyleLbl="node1" presStyleIdx="0" presStyleCnt="3"/>
      <dgm:spPr/>
    </dgm:pt>
    <dgm:pt modelId="{F8305D10-ED56-404E-899D-497A16E43BE8}" type="pres">
      <dgm:prSet presAssocID="{43BAC0FF-785B-49EB-B69E-091F93B0494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F878DC3-EDC3-4E05-AF86-8FA53C0213E7}" type="pres">
      <dgm:prSet presAssocID="{43BAC0FF-785B-49EB-B69E-091F93B04944}" presName="negativeSpace" presStyleCnt="0"/>
      <dgm:spPr/>
    </dgm:pt>
    <dgm:pt modelId="{A693BB96-B8C3-48A1-AF94-31D86E5D83C7}" type="pres">
      <dgm:prSet presAssocID="{43BAC0FF-785B-49EB-B69E-091F93B04944}" presName="childText" presStyleLbl="conFgAcc1" presStyleIdx="0" presStyleCnt="3">
        <dgm:presLayoutVars>
          <dgm:bulletEnabled val="1"/>
        </dgm:presLayoutVars>
      </dgm:prSet>
      <dgm:spPr/>
    </dgm:pt>
    <dgm:pt modelId="{C6400FB9-7BBC-4F41-A188-B033B7201D4A}" type="pres">
      <dgm:prSet presAssocID="{0F257C85-79C9-463D-A882-109556C3D32A}" presName="spaceBetweenRectangles" presStyleCnt="0"/>
      <dgm:spPr/>
    </dgm:pt>
    <dgm:pt modelId="{0E7D0ABF-ABDA-4DD4-895A-E981D3B17377}" type="pres">
      <dgm:prSet presAssocID="{2AE045FE-A455-4BB5-A0E2-01BFF8A17843}" presName="parentLin" presStyleCnt="0"/>
      <dgm:spPr/>
    </dgm:pt>
    <dgm:pt modelId="{2D540ED9-9D5E-4C8D-AD0D-D216EDB4AD00}" type="pres">
      <dgm:prSet presAssocID="{2AE045FE-A455-4BB5-A0E2-01BFF8A17843}" presName="parentLeftMargin" presStyleLbl="node1" presStyleIdx="0" presStyleCnt="3"/>
      <dgm:spPr/>
    </dgm:pt>
    <dgm:pt modelId="{26B13685-6046-4455-82A1-334D665BB32E}" type="pres">
      <dgm:prSet presAssocID="{2AE045FE-A455-4BB5-A0E2-01BFF8A1784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163DFE8-CDF0-4AB9-A7BC-D1A164F2CABB}" type="pres">
      <dgm:prSet presAssocID="{2AE045FE-A455-4BB5-A0E2-01BFF8A17843}" presName="negativeSpace" presStyleCnt="0"/>
      <dgm:spPr/>
    </dgm:pt>
    <dgm:pt modelId="{6C79DECF-5481-4EAD-B8D8-FA051C4BEABB}" type="pres">
      <dgm:prSet presAssocID="{2AE045FE-A455-4BB5-A0E2-01BFF8A17843}" presName="childText" presStyleLbl="conFgAcc1" presStyleIdx="1" presStyleCnt="3">
        <dgm:presLayoutVars>
          <dgm:bulletEnabled val="1"/>
        </dgm:presLayoutVars>
      </dgm:prSet>
      <dgm:spPr/>
    </dgm:pt>
    <dgm:pt modelId="{1F56B0E0-36B8-4FEF-8942-ABC5094A63AF}" type="pres">
      <dgm:prSet presAssocID="{FDBAE9C6-0361-441B-9944-C762D784F0C0}" presName="spaceBetweenRectangles" presStyleCnt="0"/>
      <dgm:spPr/>
    </dgm:pt>
    <dgm:pt modelId="{401D891F-D2EC-404E-827C-FAE68FA585BB}" type="pres">
      <dgm:prSet presAssocID="{BDDCCE46-AC8C-406E-85C9-89195C61D424}" presName="parentLin" presStyleCnt="0"/>
      <dgm:spPr/>
    </dgm:pt>
    <dgm:pt modelId="{12635576-6491-4A55-A6A6-A8CA45A2A8FF}" type="pres">
      <dgm:prSet presAssocID="{BDDCCE46-AC8C-406E-85C9-89195C61D424}" presName="parentLeftMargin" presStyleLbl="node1" presStyleIdx="1" presStyleCnt="3"/>
      <dgm:spPr/>
    </dgm:pt>
    <dgm:pt modelId="{B6F47BA8-975F-44E5-8C80-7D2DE63107A0}" type="pres">
      <dgm:prSet presAssocID="{BDDCCE46-AC8C-406E-85C9-89195C61D42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6DA5987-0A31-417D-BBD1-A68D6E4B776B}" type="pres">
      <dgm:prSet presAssocID="{BDDCCE46-AC8C-406E-85C9-89195C61D424}" presName="negativeSpace" presStyleCnt="0"/>
      <dgm:spPr/>
    </dgm:pt>
    <dgm:pt modelId="{8BDCF6C4-43DA-40C9-9B2C-126D96233345}" type="pres">
      <dgm:prSet presAssocID="{BDDCCE46-AC8C-406E-85C9-89195C61D42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77DB80B-EB52-4F55-8E2D-0248FAEF836F}" type="presOf" srcId="{86798644-B041-4D64-A6F8-8D6F54E90EDC}" destId="{6C79DECF-5481-4EAD-B8D8-FA051C4BEABB}" srcOrd="0" destOrd="0" presId="urn:microsoft.com/office/officeart/2005/8/layout/list1"/>
    <dgm:cxn modelId="{DC8C5D1B-91FE-46F4-8629-9B68B953B490}" type="presOf" srcId="{E3E49992-BD88-4E6C-B0C5-252DB1FB3406}" destId="{3F08D80A-2EE8-4A51-BABE-9034C703FD20}" srcOrd="0" destOrd="0" presId="urn:microsoft.com/office/officeart/2005/8/layout/list1"/>
    <dgm:cxn modelId="{C6209A1D-50A9-4928-B219-93AA1A9B3225}" type="presOf" srcId="{43BAC0FF-785B-49EB-B69E-091F93B04944}" destId="{F8305D10-ED56-404E-899D-497A16E43BE8}" srcOrd="1" destOrd="0" presId="urn:microsoft.com/office/officeart/2005/8/layout/list1"/>
    <dgm:cxn modelId="{4ADA342C-5A28-4490-A813-ED34D1D91A10}" type="presOf" srcId="{0EF9D2E2-013A-425B-BFAB-6393E93AD954}" destId="{A693BB96-B8C3-48A1-AF94-31D86E5D83C7}" srcOrd="0" destOrd="0" presId="urn:microsoft.com/office/officeart/2005/8/layout/list1"/>
    <dgm:cxn modelId="{20C92B2D-C1EC-49A2-8A25-55F1F65E8F46}" type="presOf" srcId="{43BAC0FF-785B-49EB-B69E-091F93B04944}" destId="{62DF2E78-459B-4A19-89FC-9F29B1FE38EC}" srcOrd="0" destOrd="0" presId="urn:microsoft.com/office/officeart/2005/8/layout/list1"/>
    <dgm:cxn modelId="{62C75A4B-8B89-4E7B-856F-805049596084}" type="presOf" srcId="{BDDCCE46-AC8C-406E-85C9-89195C61D424}" destId="{12635576-6491-4A55-A6A6-A8CA45A2A8FF}" srcOrd="0" destOrd="0" presId="urn:microsoft.com/office/officeart/2005/8/layout/list1"/>
    <dgm:cxn modelId="{DFE53155-2B97-4492-A6B0-3F2908F393A0}" type="presOf" srcId="{BDDCCE46-AC8C-406E-85C9-89195C61D424}" destId="{B6F47BA8-975F-44E5-8C80-7D2DE63107A0}" srcOrd="1" destOrd="0" presId="urn:microsoft.com/office/officeart/2005/8/layout/list1"/>
    <dgm:cxn modelId="{9D534F7E-8979-4131-8F80-15B11F1E4C02}" srcId="{E3E49992-BD88-4E6C-B0C5-252DB1FB3406}" destId="{2AE045FE-A455-4BB5-A0E2-01BFF8A17843}" srcOrd="1" destOrd="0" parTransId="{42928AD9-41C3-47E3-BF47-CC8BFA996934}" sibTransId="{FDBAE9C6-0361-441B-9944-C762D784F0C0}"/>
    <dgm:cxn modelId="{20FB8389-C313-496F-A886-1F21CBB10B52}" type="presOf" srcId="{2AE045FE-A455-4BB5-A0E2-01BFF8A17843}" destId="{2D540ED9-9D5E-4C8D-AD0D-D216EDB4AD00}" srcOrd="0" destOrd="0" presId="urn:microsoft.com/office/officeart/2005/8/layout/list1"/>
    <dgm:cxn modelId="{F1B6B590-17AC-4FD2-82FA-1B5EF4171156}" srcId="{E3E49992-BD88-4E6C-B0C5-252DB1FB3406}" destId="{43BAC0FF-785B-49EB-B69E-091F93B04944}" srcOrd="0" destOrd="0" parTransId="{82BA0B0D-F708-4527-B917-304F918A7298}" sibTransId="{0F257C85-79C9-463D-A882-109556C3D32A}"/>
    <dgm:cxn modelId="{816CECAB-D32A-44BC-9AE1-CF81AC41A432}" srcId="{43BAC0FF-785B-49EB-B69E-091F93B04944}" destId="{0EF9D2E2-013A-425B-BFAB-6393E93AD954}" srcOrd="0" destOrd="0" parTransId="{3C13A9D9-D9B7-4C67-B199-6C57199091C0}" sibTransId="{274F3B9D-5A2B-484C-A185-8BB0CBC77B37}"/>
    <dgm:cxn modelId="{53A37CB7-3D35-416B-9408-813633BB2BBA}" srcId="{2AE045FE-A455-4BB5-A0E2-01BFF8A17843}" destId="{86798644-B041-4D64-A6F8-8D6F54E90EDC}" srcOrd="0" destOrd="0" parTransId="{D73AD407-2F35-477F-A648-992B00A738F9}" sibTransId="{88B8C9CC-AE4B-4AD2-AD63-AFC3AE6804B1}"/>
    <dgm:cxn modelId="{8EA146BD-E0CE-4083-83F7-E2C63FE3099F}" type="presOf" srcId="{2AE045FE-A455-4BB5-A0E2-01BFF8A17843}" destId="{26B13685-6046-4455-82A1-334D665BB32E}" srcOrd="1" destOrd="0" presId="urn:microsoft.com/office/officeart/2005/8/layout/list1"/>
    <dgm:cxn modelId="{C12474CE-2AE1-4485-9EA2-CB039105A60F}" srcId="{E3E49992-BD88-4E6C-B0C5-252DB1FB3406}" destId="{BDDCCE46-AC8C-406E-85C9-89195C61D424}" srcOrd="2" destOrd="0" parTransId="{AED0A20C-D5FF-4F7E-901A-4636152661BE}" sibTransId="{88EB7687-89D1-4ED4-AE30-927C86749637}"/>
    <dgm:cxn modelId="{826EFEDF-C405-4DD1-80FE-0BA505BA454C}" type="presOf" srcId="{B09835CA-8559-4624-AE05-9A6A3ED4120F}" destId="{8BDCF6C4-43DA-40C9-9B2C-126D96233345}" srcOrd="0" destOrd="0" presId="urn:microsoft.com/office/officeart/2005/8/layout/list1"/>
    <dgm:cxn modelId="{9750C3EA-CAE7-419F-9B8A-CD48E7C3843C}" srcId="{BDDCCE46-AC8C-406E-85C9-89195C61D424}" destId="{B09835CA-8559-4624-AE05-9A6A3ED4120F}" srcOrd="0" destOrd="0" parTransId="{0A21C721-04EE-4ACE-AFDA-9CE4080D8D38}" sibTransId="{BF813237-2CCF-40DB-9A44-7487C75389EC}"/>
    <dgm:cxn modelId="{2DA20588-5D8F-47E6-8A9E-D03C3840BE4B}" type="presParOf" srcId="{3F08D80A-2EE8-4A51-BABE-9034C703FD20}" destId="{9C83E8E1-3AF9-41F2-8BBE-5AC9AFAE60B7}" srcOrd="0" destOrd="0" presId="urn:microsoft.com/office/officeart/2005/8/layout/list1"/>
    <dgm:cxn modelId="{361F6953-CF97-4979-B7A6-9C1B90154985}" type="presParOf" srcId="{9C83E8E1-3AF9-41F2-8BBE-5AC9AFAE60B7}" destId="{62DF2E78-459B-4A19-89FC-9F29B1FE38EC}" srcOrd="0" destOrd="0" presId="urn:microsoft.com/office/officeart/2005/8/layout/list1"/>
    <dgm:cxn modelId="{054CFBEC-E566-463E-A536-53F2F8D42C86}" type="presParOf" srcId="{9C83E8E1-3AF9-41F2-8BBE-5AC9AFAE60B7}" destId="{F8305D10-ED56-404E-899D-497A16E43BE8}" srcOrd="1" destOrd="0" presId="urn:microsoft.com/office/officeart/2005/8/layout/list1"/>
    <dgm:cxn modelId="{D839173E-1D02-481B-B2FE-0C1759DD25F4}" type="presParOf" srcId="{3F08D80A-2EE8-4A51-BABE-9034C703FD20}" destId="{2F878DC3-EDC3-4E05-AF86-8FA53C0213E7}" srcOrd="1" destOrd="0" presId="urn:microsoft.com/office/officeart/2005/8/layout/list1"/>
    <dgm:cxn modelId="{F6D24E9A-ECC5-4CC9-B546-B2D72DFCF1FE}" type="presParOf" srcId="{3F08D80A-2EE8-4A51-BABE-9034C703FD20}" destId="{A693BB96-B8C3-48A1-AF94-31D86E5D83C7}" srcOrd="2" destOrd="0" presId="urn:microsoft.com/office/officeart/2005/8/layout/list1"/>
    <dgm:cxn modelId="{29474B1C-DC8A-42BF-8A1E-2C329BE8A3B4}" type="presParOf" srcId="{3F08D80A-2EE8-4A51-BABE-9034C703FD20}" destId="{C6400FB9-7BBC-4F41-A188-B033B7201D4A}" srcOrd="3" destOrd="0" presId="urn:microsoft.com/office/officeart/2005/8/layout/list1"/>
    <dgm:cxn modelId="{44DC4563-C2D2-4FE3-90E7-C5B483F85EFA}" type="presParOf" srcId="{3F08D80A-2EE8-4A51-BABE-9034C703FD20}" destId="{0E7D0ABF-ABDA-4DD4-895A-E981D3B17377}" srcOrd="4" destOrd="0" presId="urn:microsoft.com/office/officeart/2005/8/layout/list1"/>
    <dgm:cxn modelId="{272C7659-3BE5-4524-8CE7-EE2168037403}" type="presParOf" srcId="{0E7D0ABF-ABDA-4DD4-895A-E981D3B17377}" destId="{2D540ED9-9D5E-4C8D-AD0D-D216EDB4AD00}" srcOrd="0" destOrd="0" presId="urn:microsoft.com/office/officeart/2005/8/layout/list1"/>
    <dgm:cxn modelId="{2885107A-0FC5-45DA-BFBC-9D71F5CC06D6}" type="presParOf" srcId="{0E7D0ABF-ABDA-4DD4-895A-E981D3B17377}" destId="{26B13685-6046-4455-82A1-334D665BB32E}" srcOrd="1" destOrd="0" presId="urn:microsoft.com/office/officeart/2005/8/layout/list1"/>
    <dgm:cxn modelId="{083246E8-4696-40D2-955F-CF5EFFE1108E}" type="presParOf" srcId="{3F08D80A-2EE8-4A51-BABE-9034C703FD20}" destId="{F163DFE8-CDF0-4AB9-A7BC-D1A164F2CABB}" srcOrd="5" destOrd="0" presId="urn:microsoft.com/office/officeart/2005/8/layout/list1"/>
    <dgm:cxn modelId="{DDDC375C-9CDD-4053-9A13-F8E31EB2A517}" type="presParOf" srcId="{3F08D80A-2EE8-4A51-BABE-9034C703FD20}" destId="{6C79DECF-5481-4EAD-B8D8-FA051C4BEABB}" srcOrd="6" destOrd="0" presId="urn:microsoft.com/office/officeart/2005/8/layout/list1"/>
    <dgm:cxn modelId="{2B75C004-1490-40DA-8790-8172447AA398}" type="presParOf" srcId="{3F08D80A-2EE8-4A51-BABE-9034C703FD20}" destId="{1F56B0E0-36B8-4FEF-8942-ABC5094A63AF}" srcOrd="7" destOrd="0" presId="urn:microsoft.com/office/officeart/2005/8/layout/list1"/>
    <dgm:cxn modelId="{9D6D8DA0-D75D-4A04-91F1-C8690859148D}" type="presParOf" srcId="{3F08D80A-2EE8-4A51-BABE-9034C703FD20}" destId="{401D891F-D2EC-404E-827C-FAE68FA585BB}" srcOrd="8" destOrd="0" presId="urn:microsoft.com/office/officeart/2005/8/layout/list1"/>
    <dgm:cxn modelId="{F10D9F76-411A-448A-A2B8-C4A7FBE2CF83}" type="presParOf" srcId="{401D891F-D2EC-404E-827C-FAE68FA585BB}" destId="{12635576-6491-4A55-A6A6-A8CA45A2A8FF}" srcOrd="0" destOrd="0" presId="urn:microsoft.com/office/officeart/2005/8/layout/list1"/>
    <dgm:cxn modelId="{CF69114B-64A6-429B-A36A-C689AA2C3C52}" type="presParOf" srcId="{401D891F-D2EC-404E-827C-FAE68FA585BB}" destId="{B6F47BA8-975F-44E5-8C80-7D2DE63107A0}" srcOrd="1" destOrd="0" presId="urn:microsoft.com/office/officeart/2005/8/layout/list1"/>
    <dgm:cxn modelId="{33ED94ED-2D97-4136-AE9D-C838E633906D}" type="presParOf" srcId="{3F08D80A-2EE8-4A51-BABE-9034C703FD20}" destId="{46DA5987-0A31-417D-BBD1-A68D6E4B776B}" srcOrd="9" destOrd="0" presId="urn:microsoft.com/office/officeart/2005/8/layout/list1"/>
    <dgm:cxn modelId="{A7714961-AFE3-4C15-83A3-C8E8F726CB09}" type="presParOf" srcId="{3F08D80A-2EE8-4A51-BABE-9034C703FD20}" destId="{8BDCF6C4-43DA-40C9-9B2C-126D9623334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B6DC0E-7A6A-44E0-9D4C-E9574DFB8E8D}">
      <dsp:nvSpPr>
        <dsp:cNvPr id="0" name=""/>
        <dsp:cNvSpPr/>
      </dsp:nvSpPr>
      <dsp:spPr>
        <a:xfrm>
          <a:off x="1568407" y="378"/>
          <a:ext cx="3055187" cy="183311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Kampányígéretek</a:t>
          </a:r>
        </a:p>
      </dsp:txBody>
      <dsp:txXfrm>
        <a:off x="1568407" y="378"/>
        <a:ext cx="3055187" cy="1833112"/>
      </dsp:txXfrm>
    </dsp:sp>
    <dsp:sp modelId="{7F9A7245-9D79-40DA-BEC4-A2F8A5D30D41}">
      <dsp:nvSpPr>
        <dsp:cNvPr id="0" name=""/>
        <dsp:cNvSpPr/>
      </dsp:nvSpPr>
      <dsp:spPr>
        <a:xfrm>
          <a:off x="4929113" y="378"/>
          <a:ext cx="3055187" cy="1833112"/>
        </a:xfrm>
        <a:prstGeom prst="rect">
          <a:avLst/>
        </a:prstGeom>
        <a:solidFill>
          <a:schemeClr val="accent1">
            <a:shade val="80000"/>
            <a:hueOff val="181866"/>
            <a:satOff val="-18964"/>
            <a:lumOff val="127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Rövid távú befektetői reakciók</a:t>
          </a:r>
        </a:p>
      </dsp:txBody>
      <dsp:txXfrm>
        <a:off x="4929113" y="378"/>
        <a:ext cx="3055187" cy="1833112"/>
      </dsp:txXfrm>
    </dsp:sp>
    <dsp:sp modelId="{20FB07B8-DC29-4A9F-8946-219025D2ED8E}">
      <dsp:nvSpPr>
        <dsp:cNvPr id="0" name=""/>
        <dsp:cNvSpPr/>
      </dsp:nvSpPr>
      <dsp:spPr>
        <a:xfrm>
          <a:off x="1568407" y="2139010"/>
          <a:ext cx="3055187" cy="1833112"/>
        </a:xfrm>
        <a:prstGeom prst="rect">
          <a:avLst/>
        </a:prstGeom>
        <a:solidFill>
          <a:schemeClr val="accent1">
            <a:shade val="80000"/>
            <a:hueOff val="363732"/>
            <a:satOff val="-37928"/>
            <a:lumOff val="254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Kiemelt szektorok</a:t>
          </a:r>
        </a:p>
      </dsp:txBody>
      <dsp:txXfrm>
        <a:off x="1568407" y="2139010"/>
        <a:ext cx="3055187" cy="1833112"/>
      </dsp:txXfrm>
    </dsp:sp>
    <dsp:sp modelId="{135858F0-F707-4549-AEDA-8D573B198B0C}">
      <dsp:nvSpPr>
        <dsp:cNvPr id="0" name=""/>
        <dsp:cNvSpPr/>
      </dsp:nvSpPr>
      <dsp:spPr>
        <a:xfrm>
          <a:off x="4929113" y="2139010"/>
          <a:ext cx="3055187" cy="1833112"/>
        </a:xfrm>
        <a:prstGeom prst="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Kockázatok</a:t>
          </a:r>
        </a:p>
      </dsp:txBody>
      <dsp:txXfrm>
        <a:off x="4929113" y="2139010"/>
        <a:ext cx="3055187" cy="1833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C4587-716C-4E7D-ADE6-3E900D64C15E}">
      <dsp:nvSpPr>
        <dsp:cNvPr id="0" name=""/>
        <dsp:cNvSpPr/>
      </dsp:nvSpPr>
      <dsp:spPr>
        <a:xfrm rot="10800000">
          <a:off x="2277436" y="2048"/>
          <a:ext cx="7607860" cy="1444684"/>
        </a:xfrm>
        <a:prstGeom prst="homePlat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66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500" kern="1200" dirty="0"/>
            <a:t>Szektorspecifikus hatás</a:t>
          </a:r>
        </a:p>
      </dsp:txBody>
      <dsp:txXfrm rot="10800000">
        <a:off x="2638607" y="2048"/>
        <a:ext cx="7246689" cy="1444684"/>
      </dsp:txXfrm>
    </dsp:sp>
    <dsp:sp modelId="{D9231D45-A7E0-4B2F-8860-F74C7BBA7D93}">
      <dsp:nvSpPr>
        <dsp:cNvPr id="0" name=""/>
        <dsp:cNvSpPr/>
      </dsp:nvSpPr>
      <dsp:spPr>
        <a:xfrm>
          <a:off x="1555094" y="2048"/>
          <a:ext cx="1444684" cy="1444684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13000" r="-1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9BC85C-89FB-4C80-B98E-B531C4AED217}">
      <dsp:nvSpPr>
        <dsp:cNvPr id="0" name=""/>
        <dsp:cNvSpPr/>
      </dsp:nvSpPr>
      <dsp:spPr>
        <a:xfrm rot="10800000">
          <a:off x="2277436" y="1877982"/>
          <a:ext cx="7607860" cy="1444684"/>
        </a:xfrm>
        <a:prstGeom prst="homePlate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66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500" kern="1200" dirty="0"/>
            <a:t>Időzítés és bizonytalanság</a:t>
          </a:r>
        </a:p>
      </dsp:txBody>
      <dsp:txXfrm rot="10800000">
        <a:off x="2638607" y="1877982"/>
        <a:ext cx="7246689" cy="1444684"/>
      </dsp:txXfrm>
    </dsp:sp>
    <dsp:sp modelId="{92F915FA-FD2C-4586-A725-A1A71C98A106}">
      <dsp:nvSpPr>
        <dsp:cNvPr id="0" name=""/>
        <dsp:cNvSpPr/>
      </dsp:nvSpPr>
      <dsp:spPr>
        <a:xfrm>
          <a:off x="1555094" y="1877982"/>
          <a:ext cx="1444684" cy="1444684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30000" r="-3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31255E-9BA0-4C9A-8EA9-9563EC5909EB}">
      <dsp:nvSpPr>
        <dsp:cNvPr id="0" name=""/>
        <dsp:cNvSpPr/>
      </dsp:nvSpPr>
      <dsp:spPr>
        <a:xfrm rot="10800000">
          <a:off x="2277436" y="3753915"/>
          <a:ext cx="7607860" cy="1444684"/>
        </a:xfrm>
        <a:prstGeom prst="homePlate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66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500" kern="1200" dirty="0"/>
            <a:t>Hosszabb távot már a fundamentumok határozzák meg</a:t>
          </a:r>
        </a:p>
      </dsp:txBody>
      <dsp:txXfrm rot="10800000">
        <a:off x="2638607" y="3753915"/>
        <a:ext cx="7246689" cy="1444684"/>
      </dsp:txXfrm>
    </dsp:sp>
    <dsp:sp modelId="{10105F34-DE59-4C65-B040-53AF1476062F}">
      <dsp:nvSpPr>
        <dsp:cNvPr id="0" name=""/>
        <dsp:cNvSpPr/>
      </dsp:nvSpPr>
      <dsp:spPr>
        <a:xfrm>
          <a:off x="1555094" y="3753915"/>
          <a:ext cx="1444684" cy="1444684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4C667-E322-4420-8B68-71F8BE300D04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687324" rIns="816127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hu-HU" sz="3300" kern="1200" dirty="0"/>
        </a:p>
      </dsp:txBody>
      <dsp:txXfrm>
        <a:off x="0" y="506528"/>
        <a:ext cx="10515600" cy="831600"/>
      </dsp:txXfrm>
    </dsp:sp>
    <dsp:sp modelId="{7A0BACB8-CB7E-4E50-840E-E6A5FD94E2E6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300" kern="1200" dirty="0"/>
            <a:t>Megismételt 2016</a:t>
          </a:r>
        </a:p>
      </dsp:txBody>
      <dsp:txXfrm>
        <a:off x="573335" y="67003"/>
        <a:ext cx="7265810" cy="879050"/>
      </dsp:txXfrm>
    </dsp:sp>
    <dsp:sp modelId="{DE007E19-14D0-4C5F-AE0F-BBA7918DC2AC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00693-A811-4B08-80CB-C227D1A3FE48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300" kern="1200" dirty="0"/>
            <a:t>Felfokozott bizonytalanság</a:t>
          </a:r>
        </a:p>
      </dsp:txBody>
      <dsp:txXfrm>
        <a:off x="573335" y="1563884"/>
        <a:ext cx="7265810" cy="879050"/>
      </dsp:txXfrm>
    </dsp:sp>
    <dsp:sp modelId="{4E8D9C58-CF34-4DC8-89CF-23CABB58F67C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A28F6-63E2-4637-8D43-4112BC5EC279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300" kern="1200" dirty="0"/>
            <a:t>Globális „sokkhullám”</a:t>
          </a:r>
        </a:p>
      </dsp:txBody>
      <dsp:txXfrm>
        <a:off x="573335" y="3060764"/>
        <a:ext cx="7265810" cy="879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DC752-BB5B-488D-9467-EEEB9E0DACE7}">
      <dsp:nvSpPr>
        <dsp:cNvPr id="0" name=""/>
        <dsp:cNvSpPr/>
      </dsp:nvSpPr>
      <dsp:spPr>
        <a:xfrm rot="5400000">
          <a:off x="6321139" y="-2325014"/>
          <a:ext cx="1658937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>
              <a:solidFill>
                <a:srgbClr val="002060"/>
              </a:solidFill>
            </a:rPr>
            <a:t>Real </a:t>
          </a:r>
          <a:r>
            <a:rPr lang="hu-HU" sz="2600" kern="1200" dirty="0" err="1">
              <a:solidFill>
                <a:srgbClr val="002060"/>
              </a:solidFill>
            </a:rPr>
            <a:t>Clear</a:t>
          </a:r>
          <a:r>
            <a:rPr lang="hu-HU" sz="2600" kern="1200" dirty="0">
              <a:solidFill>
                <a:srgbClr val="002060"/>
              </a:solidFill>
            </a:rPr>
            <a:t> </a:t>
          </a:r>
          <a:r>
            <a:rPr lang="hu-HU" sz="2600" kern="1200" dirty="0" err="1">
              <a:solidFill>
                <a:srgbClr val="002060"/>
              </a:solidFill>
            </a:rPr>
            <a:t>Polling</a:t>
          </a:r>
          <a:endParaRPr lang="hu-HU" sz="2600" kern="1200" dirty="0">
            <a:solidFill>
              <a:srgbClr val="002060"/>
            </a:solidFill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>
              <a:solidFill>
                <a:srgbClr val="002060"/>
              </a:solidFill>
            </a:rPr>
            <a:t>Investing.com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>
              <a:solidFill>
                <a:srgbClr val="002060"/>
              </a:solidFill>
            </a:rPr>
            <a:t>S&amp;P Global</a:t>
          </a:r>
        </a:p>
      </dsp:txBody>
      <dsp:txXfrm rot="-5400000">
        <a:off x="3785616" y="291492"/>
        <a:ext cx="6649001" cy="1496971"/>
      </dsp:txXfrm>
    </dsp:sp>
    <dsp:sp modelId="{1E71C548-C951-49E4-8739-6790CD4083AA}">
      <dsp:nvSpPr>
        <dsp:cNvPr id="0" name=""/>
        <dsp:cNvSpPr/>
      </dsp:nvSpPr>
      <dsp:spPr>
        <a:xfrm>
          <a:off x="0" y="3141"/>
          <a:ext cx="3785616" cy="20736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800" kern="1200" dirty="0"/>
            <a:t>Forrás</a:t>
          </a:r>
        </a:p>
      </dsp:txBody>
      <dsp:txXfrm>
        <a:off x="101228" y="104369"/>
        <a:ext cx="3583160" cy="1871215"/>
      </dsp:txXfrm>
    </dsp:sp>
    <dsp:sp modelId="{B66393F3-4C06-4FC2-B5A1-9B6B4220AA19}">
      <dsp:nvSpPr>
        <dsp:cNvPr id="0" name=""/>
        <dsp:cNvSpPr/>
      </dsp:nvSpPr>
      <dsp:spPr>
        <a:xfrm rot="5400000">
          <a:off x="6321139" y="-147658"/>
          <a:ext cx="1658937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 err="1">
              <a:solidFill>
                <a:srgbClr val="002060"/>
              </a:solidFill>
            </a:rPr>
            <a:t>Trump</a:t>
          </a:r>
          <a:r>
            <a:rPr lang="hu-HU" sz="2600" kern="1200" dirty="0">
              <a:solidFill>
                <a:srgbClr val="002060"/>
              </a:solidFill>
            </a:rPr>
            <a:t> előnye/hátránya a </a:t>
          </a:r>
          <a:r>
            <a:rPr lang="hu-HU" sz="2600" kern="1200" dirty="0" err="1">
              <a:solidFill>
                <a:srgbClr val="002060"/>
              </a:solidFill>
            </a:rPr>
            <a:t>poll</a:t>
          </a:r>
          <a:r>
            <a:rPr lang="hu-HU" sz="2600" kern="1200" dirty="0">
              <a:solidFill>
                <a:srgbClr val="002060"/>
              </a:solidFill>
            </a:rPr>
            <a:t>-ok alapján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>
              <a:solidFill>
                <a:srgbClr val="002060"/>
              </a:solidFill>
            </a:rPr>
            <a:t>Részvényindexek ára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>
              <a:solidFill>
                <a:srgbClr val="002060"/>
              </a:solidFill>
            </a:rPr>
            <a:t>Top market </a:t>
          </a:r>
          <a:r>
            <a:rPr lang="hu-HU" sz="2600" kern="1200" dirty="0" err="1">
              <a:solidFill>
                <a:srgbClr val="002060"/>
              </a:solidFill>
            </a:rPr>
            <a:t>cap</a:t>
          </a:r>
          <a:r>
            <a:rPr lang="hu-HU" sz="2600" kern="1200" dirty="0">
              <a:solidFill>
                <a:srgbClr val="002060"/>
              </a:solidFill>
            </a:rPr>
            <a:t> részvények ára</a:t>
          </a:r>
        </a:p>
      </dsp:txBody>
      <dsp:txXfrm rot="-5400000">
        <a:off x="3785616" y="2468848"/>
        <a:ext cx="6649001" cy="1496971"/>
      </dsp:txXfrm>
    </dsp:sp>
    <dsp:sp modelId="{3785E2DD-8C3F-4A2D-85A4-42952F0C6556}">
      <dsp:nvSpPr>
        <dsp:cNvPr id="0" name=""/>
        <dsp:cNvSpPr/>
      </dsp:nvSpPr>
      <dsp:spPr>
        <a:xfrm>
          <a:off x="0" y="2180497"/>
          <a:ext cx="3785616" cy="20736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800" kern="1200" dirty="0"/>
            <a:t>Típus</a:t>
          </a:r>
        </a:p>
      </dsp:txBody>
      <dsp:txXfrm>
        <a:off x="101228" y="2281725"/>
        <a:ext cx="3583160" cy="1871215"/>
      </dsp:txXfrm>
    </dsp:sp>
    <dsp:sp modelId="{F4DC5FC2-E001-47D7-ADCA-ED390B96A4AC}">
      <dsp:nvSpPr>
        <dsp:cNvPr id="0" name=""/>
        <dsp:cNvSpPr/>
      </dsp:nvSpPr>
      <dsp:spPr>
        <a:xfrm rot="5400000">
          <a:off x="6321139" y="2029697"/>
          <a:ext cx="1658937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>
              <a:solidFill>
                <a:srgbClr val="002060"/>
              </a:solidFill>
            </a:rPr>
            <a:t>2024.11.05.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>
              <a:solidFill>
                <a:srgbClr val="002060"/>
              </a:solidFill>
            </a:rPr>
            <a:t>Eseményablak: T-2 </a:t>
          </a:r>
          <a:r>
            <a:rPr lang="hu-HU" sz="2600" kern="1200" dirty="0">
              <a:solidFill>
                <a:srgbClr val="002060"/>
              </a:solidFill>
              <a:sym typeface="Wingdings" panose="05000000000000000000" pitchFamily="2" charset="2"/>
            </a:rPr>
            <a:t></a:t>
          </a:r>
          <a:r>
            <a:rPr lang="hu-HU" sz="2600" kern="1200" dirty="0">
              <a:solidFill>
                <a:srgbClr val="002060"/>
              </a:solidFill>
            </a:rPr>
            <a:t> T+5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600" kern="1200" dirty="0">
              <a:solidFill>
                <a:srgbClr val="002060"/>
              </a:solidFill>
            </a:rPr>
            <a:t>30 nap puffer és 120 nap becslési periódus</a:t>
          </a:r>
        </a:p>
      </dsp:txBody>
      <dsp:txXfrm rot="-5400000">
        <a:off x="3785616" y="4646204"/>
        <a:ext cx="6649001" cy="1496971"/>
      </dsp:txXfrm>
    </dsp:sp>
    <dsp:sp modelId="{EF3ACB1C-FD59-4BFA-8EC7-B0ADAAFCA3B1}">
      <dsp:nvSpPr>
        <dsp:cNvPr id="0" name=""/>
        <dsp:cNvSpPr/>
      </dsp:nvSpPr>
      <dsp:spPr>
        <a:xfrm>
          <a:off x="0" y="4357853"/>
          <a:ext cx="3785616" cy="20736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800" kern="1200" dirty="0">
              <a:solidFill>
                <a:schemeClr val="bg1"/>
              </a:solidFill>
            </a:rPr>
            <a:t>Intervallum</a:t>
          </a:r>
        </a:p>
      </dsp:txBody>
      <dsp:txXfrm>
        <a:off x="101228" y="4459081"/>
        <a:ext cx="3583160" cy="18712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14D13-99B7-4D04-B560-996E53C50C3C}">
      <dsp:nvSpPr>
        <dsp:cNvPr id="0" name=""/>
        <dsp:cNvSpPr/>
      </dsp:nvSpPr>
      <dsp:spPr>
        <a:xfrm>
          <a:off x="0" y="405560"/>
          <a:ext cx="10515600" cy="978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/>
            <a:t>120 nap + 30 nap puffer</a:t>
          </a:r>
          <a:endParaRPr lang="en-US" sz="2300" kern="1200"/>
        </a:p>
      </dsp:txBody>
      <dsp:txXfrm>
        <a:off x="0" y="405560"/>
        <a:ext cx="10515600" cy="978075"/>
      </dsp:txXfrm>
    </dsp:sp>
    <dsp:sp modelId="{A367EFFF-CFCB-4D67-AEC7-D1C215F2B685}">
      <dsp:nvSpPr>
        <dsp:cNvPr id="0" name=""/>
        <dsp:cNvSpPr/>
      </dsp:nvSpPr>
      <dsp:spPr>
        <a:xfrm>
          <a:off x="525780" y="66080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Becslési periódus</a:t>
          </a:r>
          <a:endParaRPr lang="en-US" sz="2300" kern="1200" dirty="0"/>
        </a:p>
      </dsp:txBody>
      <dsp:txXfrm>
        <a:off x="558924" y="99224"/>
        <a:ext cx="7294632" cy="612672"/>
      </dsp:txXfrm>
    </dsp:sp>
    <dsp:sp modelId="{2E382864-8F21-463A-A324-3159C731CBAC}">
      <dsp:nvSpPr>
        <dsp:cNvPr id="0" name=""/>
        <dsp:cNvSpPr/>
      </dsp:nvSpPr>
      <dsp:spPr>
        <a:xfrm>
          <a:off x="0" y="1847315"/>
          <a:ext cx="10515600" cy="9961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hu-HU" sz="23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𝑅</m:t>
                  </m:r>
                </m:e>
                <m:sub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𝑖</m:t>
                  </m:r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,</m:t>
                  </m:r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𝑡</m:t>
                  </m:r>
                </m:sub>
              </m:sSub>
              <m:r>
                <a:rPr lang="hu-HU" sz="2300" b="0" i="1" kern="1200" smtClean="0">
                  <a:latin typeface="Cambria Math" panose="02040503050406030204" pitchFamily="18" charset="0"/>
                </a:rPr>
                <m:t>=</m:t>
              </m:r>
              <m:r>
                <a:rPr lang="hu-HU" sz="2300" b="0" i="1" kern="1200" smtClean="0">
                  <a:latin typeface="Cambria Math" panose="02040503050406030204" pitchFamily="18" charset="0"/>
                </a:rPr>
                <m:t>𝛼</m:t>
              </m:r>
              <m:r>
                <a:rPr lang="hu-HU" sz="2300" b="0" i="1" kern="1200" smtClean="0">
                  <a:latin typeface="Cambria Math" panose="02040503050406030204" pitchFamily="18" charset="0"/>
                </a:rPr>
                <m:t>+</m:t>
              </m:r>
              <m:sSub>
                <m:sSubPr>
                  <m:ctrlPr>
                    <a:rPr lang="hu-HU" sz="23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𝛽</m:t>
                  </m:r>
                </m:e>
                <m:sub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𝑚</m:t>
                  </m:r>
                </m:sub>
              </m:sSub>
              <m:r>
                <a:rPr lang="hu-HU" sz="2300" b="0" i="1" kern="1200" smtClean="0">
                  <a:latin typeface="Cambria Math" panose="02040503050406030204" pitchFamily="18" charset="0"/>
                </a:rPr>
                <m:t>⋅</m:t>
              </m:r>
              <m:sSub>
                <m:sSubPr>
                  <m:ctrlPr>
                    <a:rPr lang="hu-HU" sz="23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𝑅</m:t>
                  </m:r>
                </m:e>
                <m:sub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𝑚</m:t>
                  </m:r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,</m:t>
                  </m:r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𝑡</m:t>
                  </m:r>
                </m:sub>
              </m:sSub>
              <m:r>
                <a:rPr lang="hu-HU" sz="2300" b="0" i="1" kern="1200" smtClean="0">
                  <a:latin typeface="Cambria Math" panose="02040503050406030204" pitchFamily="18" charset="0"/>
                </a:rPr>
                <m:t>+</m:t>
              </m:r>
              <m:sSub>
                <m:sSubPr>
                  <m:ctrlPr>
                    <a:rPr lang="hu-HU" sz="23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𝛽</m:t>
                  </m:r>
                </m:e>
                <m:sub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𝑝𝑜𝑙𝑙𝑠</m:t>
                  </m:r>
                </m:sub>
              </m:sSub>
              <m:r>
                <a:rPr lang="hu-HU" sz="2300" b="0" i="1" kern="1200" smtClean="0">
                  <a:latin typeface="Cambria Math" panose="02040503050406030204" pitchFamily="18" charset="0"/>
                </a:rPr>
                <m:t>⋅</m:t>
              </m:r>
              <m:r>
                <a:rPr lang="hu-HU" sz="2300" b="0" i="1" kern="1200" smtClean="0">
                  <a:latin typeface="Cambria Math" panose="02040503050406030204" pitchFamily="18" charset="0"/>
                </a:rPr>
                <m:t>𝑝𝑜𝑙𝑙</m:t>
              </m:r>
              <m:sSub>
                <m:sSubPr>
                  <m:ctrlPr>
                    <a:rPr lang="hu-HU" sz="23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𝑠</m:t>
                  </m:r>
                </m:e>
                <m:sub>
                  <m:r>
                    <a:rPr lang="hu-HU" sz="2300" b="0" i="1" kern="1200" smtClean="0">
                      <a:latin typeface="Cambria Math" panose="02040503050406030204" pitchFamily="18" charset="0"/>
                    </a:rPr>
                    <m:t>𝑡</m:t>
                  </m:r>
                </m:sub>
              </m:sSub>
            </m:oMath>
          </a14:m>
          <a:endParaRPr lang="en-US" sz="2300" kern="1200" dirty="0"/>
        </a:p>
      </dsp:txBody>
      <dsp:txXfrm>
        <a:off x="0" y="1847315"/>
        <a:ext cx="10515600" cy="996187"/>
      </dsp:txXfrm>
    </dsp:sp>
    <dsp:sp modelId="{B10EA9E5-FAEC-4165-8A9C-28089F30F678}">
      <dsp:nvSpPr>
        <dsp:cNvPr id="0" name=""/>
        <dsp:cNvSpPr/>
      </dsp:nvSpPr>
      <dsp:spPr>
        <a:xfrm>
          <a:off x="525780" y="1507835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Regressziós egyenlet</a:t>
          </a:r>
          <a:endParaRPr lang="en-US" sz="2300" kern="1200" dirty="0"/>
        </a:p>
      </dsp:txBody>
      <dsp:txXfrm>
        <a:off x="558924" y="1540979"/>
        <a:ext cx="7294632" cy="612672"/>
      </dsp:txXfrm>
    </dsp:sp>
    <dsp:sp modelId="{189A6B33-F45B-4640-93C9-63F3FEBA84C9}">
      <dsp:nvSpPr>
        <dsp:cNvPr id="0" name=""/>
        <dsp:cNvSpPr/>
      </dsp:nvSpPr>
      <dsp:spPr>
        <a:xfrm>
          <a:off x="0" y="3307182"/>
          <a:ext cx="10515600" cy="978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/>
            <a:t>T-2 naptól T+5 napig</a:t>
          </a:r>
          <a:endParaRPr lang="en-US" sz="2300" kern="1200" dirty="0"/>
        </a:p>
      </dsp:txBody>
      <dsp:txXfrm>
        <a:off x="0" y="3307182"/>
        <a:ext cx="10515600" cy="978075"/>
      </dsp:txXfrm>
    </dsp:sp>
    <dsp:sp modelId="{2BB038AE-674C-4D50-AA12-E320D10A083F}">
      <dsp:nvSpPr>
        <dsp:cNvPr id="0" name=""/>
        <dsp:cNvSpPr/>
      </dsp:nvSpPr>
      <dsp:spPr>
        <a:xfrm>
          <a:off x="525780" y="2967702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Eseményablak</a:t>
          </a:r>
          <a:endParaRPr lang="en-US" sz="2300" kern="1200" dirty="0"/>
        </a:p>
      </dsp:txBody>
      <dsp:txXfrm>
        <a:off x="558924" y="3000846"/>
        <a:ext cx="7294632" cy="6126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3BB96-B8C3-48A1-AF94-31D86E5D83C7}">
      <dsp:nvSpPr>
        <dsp:cNvPr id="0" name=""/>
        <dsp:cNvSpPr/>
      </dsp:nvSpPr>
      <dsp:spPr>
        <a:xfrm>
          <a:off x="0" y="360819"/>
          <a:ext cx="105156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000" kern="1200" dirty="0"/>
            <a:t>A vizsgált részvények közül több is megugrással, majd korrekcióval reagált az eredményre</a:t>
          </a:r>
          <a:endParaRPr lang="en-US" sz="2000" kern="1200" dirty="0"/>
        </a:p>
      </dsp:txBody>
      <dsp:txXfrm>
        <a:off x="0" y="360819"/>
        <a:ext cx="10515600" cy="1134000"/>
      </dsp:txXfrm>
    </dsp:sp>
    <dsp:sp modelId="{F8305D10-ED56-404E-899D-497A16E43BE8}">
      <dsp:nvSpPr>
        <dsp:cNvPr id="0" name=""/>
        <dsp:cNvSpPr/>
      </dsp:nvSpPr>
      <dsp:spPr>
        <a:xfrm>
          <a:off x="525780" y="65618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/>
            <a:t>Látványos volatilitás emelkedés</a:t>
          </a:r>
          <a:endParaRPr lang="en-US" sz="2000" kern="1200" dirty="0"/>
        </a:p>
      </dsp:txBody>
      <dsp:txXfrm>
        <a:off x="554601" y="94439"/>
        <a:ext cx="7303278" cy="532758"/>
      </dsp:txXfrm>
    </dsp:sp>
    <dsp:sp modelId="{6C79DECF-5481-4EAD-B8D8-FA051C4BEABB}">
      <dsp:nvSpPr>
        <dsp:cNvPr id="0" name=""/>
        <dsp:cNvSpPr/>
      </dsp:nvSpPr>
      <dsp:spPr>
        <a:xfrm>
          <a:off x="0" y="1898019"/>
          <a:ext cx="105156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000" kern="1200" dirty="0"/>
            <a:t>A </a:t>
          </a:r>
          <a:r>
            <a:rPr lang="hu-HU" sz="2000" kern="1200" dirty="0" err="1"/>
            <a:t>kriptovalutákkal</a:t>
          </a:r>
          <a:r>
            <a:rPr lang="hu-HU" sz="2000" kern="1200" dirty="0"/>
            <a:t> foglalkozó cégek kivételével nem tapasztalható szignifikáns CAR</a:t>
          </a:r>
          <a:endParaRPr lang="en-US" sz="2000" kern="1200" dirty="0"/>
        </a:p>
      </dsp:txBody>
      <dsp:txXfrm>
        <a:off x="0" y="1898019"/>
        <a:ext cx="10515600" cy="1134000"/>
      </dsp:txXfrm>
    </dsp:sp>
    <dsp:sp modelId="{26B13685-6046-4455-82A1-334D665BB32E}">
      <dsp:nvSpPr>
        <dsp:cNvPr id="0" name=""/>
        <dsp:cNvSpPr/>
      </dsp:nvSpPr>
      <dsp:spPr>
        <a:xfrm>
          <a:off x="525780" y="1602819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/>
            <a:t>Mérsékelt összhatás</a:t>
          </a:r>
          <a:endParaRPr lang="en-US" sz="2000" kern="1200" dirty="0"/>
        </a:p>
      </dsp:txBody>
      <dsp:txXfrm>
        <a:off x="554601" y="1631640"/>
        <a:ext cx="7303278" cy="532758"/>
      </dsp:txXfrm>
    </dsp:sp>
    <dsp:sp modelId="{8BDCF6C4-43DA-40C9-9B2C-126D96233345}">
      <dsp:nvSpPr>
        <dsp:cNvPr id="0" name=""/>
        <dsp:cNvSpPr/>
      </dsp:nvSpPr>
      <dsp:spPr>
        <a:xfrm>
          <a:off x="0" y="3435219"/>
          <a:ext cx="1051560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000" kern="1200"/>
            <a:t>Több cikk is hasonló eredményre jutott</a:t>
          </a:r>
          <a:endParaRPr lang="en-US" sz="2000" kern="1200" dirty="0"/>
        </a:p>
      </dsp:txBody>
      <dsp:txXfrm>
        <a:off x="0" y="3435219"/>
        <a:ext cx="10515600" cy="850500"/>
      </dsp:txXfrm>
    </dsp:sp>
    <dsp:sp modelId="{B6F47BA8-975F-44E5-8C80-7D2DE63107A0}">
      <dsp:nvSpPr>
        <dsp:cNvPr id="0" name=""/>
        <dsp:cNvSpPr/>
      </dsp:nvSpPr>
      <dsp:spPr>
        <a:xfrm>
          <a:off x="525780" y="3140019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/>
            <a:t>Az eredmények megfelelnek a szakirodalomnak</a:t>
          </a:r>
          <a:endParaRPr lang="en-US" sz="2000" kern="1200" dirty="0"/>
        </a:p>
      </dsp:txBody>
      <dsp:txXfrm>
        <a:off x="554601" y="3168840"/>
        <a:ext cx="7303278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9DEE9-2125-4A1C-BA3F-87E4690EAC05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B4DA-D8B0-40F2-B24F-04447AB7D21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6353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4111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Adócsökkentések, dereguláció és protekcionista </a:t>
            </a:r>
            <a:r>
              <a:rPr lang="hu-HU" dirty="0" err="1"/>
              <a:t>kerpolitika</a:t>
            </a:r>
            <a:r>
              <a:rPr lang="hu-HU" dirty="0"/>
              <a:t> -&gt; potenciális nyertesek: energia, </a:t>
            </a:r>
            <a:r>
              <a:rPr lang="hu-HU" dirty="0" err="1"/>
              <a:t>pü</a:t>
            </a:r>
            <a:r>
              <a:rPr lang="hu-HU" dirty="0"/>
              <a:t>-i, hadiipar; vesztesek: megújuló energia, autóipar, exportra támaszkodók</a:t>
            </a:r>
          </a:p>
          <a:p>
            <a:pPr marL="171450" indent="-171450">
              <a:buFontTx/>
              <a:buChar char="-"/>
            </a:pPr>
            <a:r>
              <a:rPr lang="hu-HU" dirty="0"/>
              <a:t>Gyorsan beárazódott a lehetséges adócsökkentés és dereguláció</a:t>
            </a:r>
          </a:p>
          <a:p>
            <a:pPr marL="171450" indent="-171450">
              <a:buFontTx/>
              <a:buChar char="-"/>
            </a:pPr>
            <a:r>
              <a:rPr lang="hu-HU" dirty="0"/>
              <a:t>Vámok hatása, volatilitás emelkedés, fiskális stimuláció, inflációs veszélyek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2552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Nem egységes a teljes piaci indexre a rövid távú reakció. A valódi történések a szektorok szintjén vannak</a:t>
            </a:r>
          </a:p>
          <a:p>
            <a:pPr marL="628650" lvl="1" indent="-171450">
              <a:buFontTx/>
              <a:buChar char="-"/>
            </a:pPr>
            <a:r>
              <a:rPr lang="hu-HU" dirty="0"/>
              <a:t>A kampány alatt elkezdenek a várakozások </a:t>
            </a:r>
            <a:r>
              <a:rPr lang="hu-HU" dirty="0" err="1"/>
              <a:t>beárazódni</a:t>
            </a:r>
            <a:endParaRPr lang="hu-HU" dirty="0"/>
          </a:p>
          <a:p>
            <a:pPr marL="628650" lvl="1" indent="-171450">
              <a:buFontTx/>
              <a:buChar char="-"/>
            </a:pPr>
            <a:r>
              <a:rPr lang="hu-HU" dirty="0"/>
              <a:t>Az eredmény csökkenti a bizonytalanságot</a:t>
            </a:r>
          </a:p>
          <a:p>
            <a:pPr marL="628650" lvl="1" indent="-171450">
              <a:buFontTx/>
              <a:buChar char="-"/>
            </a:pPr>
            <a:r>
              <a:rPr lang="hu-HU" dirty="0"/>
              <a:t>Lehetséges a túlreagálás és azt követően egy gyors korrekció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hu-HU" dirty="0"/>
              <a:t>- A választás utáni piaci pálya végül a reálgazdasági következményektől és a Globális reakcióktól függ</a:t>
            </a:r>
          </a:p>
          <a:p>
            <a:pPr marL="628650" lvl="1" indent="-171450">
              <a:buFontTx/>
              <a:buChar char="-"/>
            </a:pP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2453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Rövid volatilitást követően </a:t>
            </a:r>
            <a:r>
              <a:rPr lang="hu-HU" dirty="0" err="1"/>
              <a:t>szektoriális</a:t>
            </a:r>
            <a:r>
              <a:rPr lang="hu-HU" dirty="0"/>
              <a:t> széttagolódás és a bizonytalanság csökkenésével és a gazdasági várakozások alakulásával középtávú trend kialakulása</a:t>
            </a:r>
          </a:p>
          <a:p>
            <a:pPr marL="171450" indent="-171450">
              <a:buFontTx/>
              <a:buChar char="-"/>
            </a:pPr>
            <a:r>
              <a:rPr lang="hu-HU" dirty="0"/>
              <a:t>Vitatott eredmény vagy politikai polarizáció erősödését követően megnő a magas volatilitás időszaka, valamint megnő a kockázati prémium</a:t>
            </a:r>
          </a:p>
          <a:p>
            <a:pPr marL="171450" indent="-171450">
              <a:buFontTx/>
              <a:buChar char="-"/>
            </a:pPr>
            <a:r>
              <a:rPr lang="hu-HU" dirty="0"/>
              <a:t>Hirtelen bejelentett szélsőséges kereskedelmi intézkedéseket követően globális kockázatkerülés, ezzel együtt rövid távon minden kockázatos eszköz </a:t>
            </a:r>
            <a:r>
              <a:rPr lang="hu-HU" dirty="0" err="1"/>
              <a:t>leértékelődne</a:t>
            </a:r>
            <a:r>
              <a:rPr lang="hu-HU" dirty="0"/>
              <a:t> mielőtt a </a:t>
            </a:r>
            <a:r>
              <a:rPr lang="hu-HU" dirty="0" err="1"/>
              <a:t>szektoriális</a:t>
            </a:r>
            <a:r>
              <a:rPr lang="hu-HU" dirty="0"/>
              <a:t> különbségek újra dominálnak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6673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CD66E3-81FC-A215-ADEA-7F0C20646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47E7FD-C50A-73EA-FC3C-63FDEE215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3FDF10-C9BA-10CA-0B50-F5FAD89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8A97DDC-54A1-AD31-7BE6-78079A30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E9CD08-EAD1-5399-B5C0-21F90542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6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7B6595-05C3-9A34-484E-8276784A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72546C-456F-1F4A-B0FC-4E82518BF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6B9F0E8-FDB2-38D0-9A9B-F849FB70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40776B-2C6A-C63C-1017-469459D4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02E5CA-1D15-BB60-2490-59965A9A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318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26DEFC-A0AB-F204-1F53-B6C2FB8F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D2D7FD-3C7C-2B47-F453-6917A5C90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C3CB7F-03A6-B251-C575-DF854CD3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E9BC7B-8A76-5281-8AA8-F3E08813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87E226B-7188-6924-299F-75913700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1114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D2AD80-2767-1303-55CB-04AA44ED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333853-63BA-6F3D-E164-D49BF2A26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820B682-E3E3-1945-9E46-01462D72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9508E05-A6D4-9F62-BA32-CC1CB11F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224FD8B-F828-2815-1DC5-DABA2DBE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DDC6436-7B64-68E1-6C40-96D5EC9B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029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8362DB-ADA6-D508-8C65-AC87A801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91229B0-6F79-0DB5-26D4-BF3D62D0C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59BECFF-066E-9BA1-3E52-F33E46B77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5E24CC1-8283-371C-6D6A-E200C93F4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2E5B592-9545-02F0-CE06-E1289C482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7F6A315-F829-667D-05DF-BF246C40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5BE13DF-BD1D-8415-D2ED-55C64962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94A6D95-1543-7114-8579-CACC1B0E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849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EB534A-0A9C-B7EA-257A-EA4944D8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83AE4A1-ADA0-E7EA-5258-DD19845C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423B807-F24A-8737-B5F8-15B17E91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BA55DE5-24E1-AEAD-CC6A-ACB6CF26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871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828E326-7BB1-E153-CDE8-9F57F1C0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50DE9B1-4B41-0199-3623-E643D94C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38A25A0-F068-BADE-1F4D-DBE3B164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106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20A993-CDD6-D8ED-5FF1-FC16D77F4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301533-49A6-BEDC-529A-C66DCE908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781295F-D575-70D0-A8B8-2CFBA0E95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BDFD8AC-579D-877C-9E1D-77DE26BB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510EF96-355A-50D8-AD20-978AAF6B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40EDC88-756A-D92C-0541-93502967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956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19441C-3446-4183-A4CE-66C57554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AB326F2-FBB8-5C6C-C471-7A583D5F9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1C84B48-A09D-B094-69CC-934D543E0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91B2486-C531-0684-AA1E-AABBD08FC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21BF98C-C51C-E67B-671B-A4C8816C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8120A49-0F79-1CCA-6E06-7A17E8B9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975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239BCA-F032-DE11-2761-6F6C22B7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BCC7E23-7E66-1F92-DC76-4CD81F90C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B879D0-1144-B41A-ABEF-EEA38569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33759A-795A-D3D9-B1CA-CFE02F2A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3146EE-7F7F-4454-78F1-E5385BC0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045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13337B2-298D-2E81-A55F-750BCDE47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DAE22C1-72A0-77A8-D2D3-C5753575B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1AD925B-37DD-F125-F044-4D8F81A4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43A421D-9FC0-8206-842D-F689F434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EB30776-923C-70A1-3271-F7FCB887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5734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C00F9B1-68AE-7D52-5D67-9031ABE1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FAC842B-B159-D60C-4023-75B9470F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FBDF07-4F1C-0F58-4253-AF1B61B12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D7E8D-8806-4027-9858-75EF39DA3D63}" type="datetimeFigureOut">
              <a:rPr lang="hu-HU" smtClean="0"/>
              <a:t>2025. 12. 05.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1979E4-73AB-C087-DE5C-1EC7B7BCE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90F5D6-EB52-EC13-5849-6BD79DB39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916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9DEFC8-C1E3-2A9E-412F-017A3E2D2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6991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A 2024-es amerikai elnökválasztás hatása egyes részvények áraira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D7C339D-3E82-2DFB-121B-D09FB91D6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9188" y="4516436"/>
            <a:ext cx="3653624" cy="2133745"/>
          </a:xfrm>
        </p:spPr>
        <p:txBody>
          <a:bodyPr>
            <a:normAutofit lnSpcReduction="10000"/>
          </a:bodyPr>
          <a:lstStyle/>
          <a:p>
            <a:r>
              <a:rPr lang="hu-HU" b="1" dirty="0"/>
              <a:t>Készítette:</a:t>
            </a:r>
          </a:p>
          <a:p>
            <a:r>
              <a:rPr lang="hu-HU" b="1" dirty="0" err="1"/>
              <a:t>Klimkó</a:t>
            </a:r>
            <a:r>
              <a:rPr lang="hu-HU" b="1" dirty="0"/>
              <a:t> Mátyás</a:t>
            </a:r>
          </a:p>
          <a:p>
            <a:r>
              <a:rPr lang="hu-HU" b="1" dirty="0"/>
              <a:t>Őrsi Marcell</a:t>
            </a:r>
          </a:p>
          <a:p>
            <a:r>
              <a:rPr lang="hu-HU" b="1" dirty="0"/>
              <a:t>Szőcs Norbert</a:t>
            </a:r>
          </a:p>
          <a:p>
            <a:r>
              <a:rPr lang="hu-HU" b="1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09393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4C8EE6-2E3E-8A7C-995F-C94D6354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18" y="442127"/>
            <a:ext cx="5832764" cy="1325563"/>
          </a:xfrm>
        </p:spPr>
        <p:txBody>
          <a:bodyPr/>
          <a:lstStyle/>
          <a:p>
            <a:pPr algn="ctr"/>
            <a:r>
              <a:rPr lang="hu-HU" sz="5400" b="1" dirty="0"/>
              <a:t>Tartalom</a:t>
            </a:r>
            <a:endParaRPr lang="hu-HU" b="1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FEB0786E-ED2C-91C1-C72B-B022DA8EC557}"/>
              </a:ext>
            </a:extLst>
          </p:cNvPr>
          <p:cNvGrpSpPr/>
          <p:nvPr/>
        </p:nvGrpSpPr>
        <p:grpSpPr>
          <a:xfrm>
            <a:off x="5202383" y="2158863"/>
            <a:ext cx="2788226" cy="4522492"/>
            <a:chOff x="884904" y="1515948"/>
            <a:chExt cx="5211096" cy="4724394"/>
          </a:xfrm>
          <a:noFill/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E14B9A72-85CA-E9A3-2EB8-276DD927028E}"/>
                </a:ext>
              </a:extLst>
            </p:cNvPr>
            <p:cNvSpPr/>
            <p:nvPr/>
          </p:nvSpPr>
          <p:spPr>
            <a:xfrm>
              <a:off x="884904" y="1515948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Kutatási kérdés</a:t>
              </a:r>
            </a:p>
          </p:txBody>
        </p:sp>
        <p:sp>
          <p:nvSpPr>
            <p:cNvPr id="6" name="Téglalap: lekerekített 5">
              <a:extLst>
                <a:ext uri="{FF2B5EF4-FFF2-40B4-BE49-F238E27FC236}">
                  <a16:creationId xmlns:a16="http://schemas.microsoft.com/office/drawing/2014/main" id="{A4B974DE-C886-0D6B-CAD6-19CDCD2FA525}"/>
                </a:ext>
              </a:extLst>
            </p:cNvPr>
            <p:cNvSpPr/>
            <p:nvPr/>
          </p:nvSpPr>
          <p:spPr>
            <a:xfrm>
              <a:off x="884904" y="2485653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Szakirodalom</a:t>
              </a:r>
            </a:p>
          </p:txBody>
        </p:sp>
        <p:sp>
          <p:nvSpPr>
            <p:cNvPr id="7" name="Téglalap: lekerekített 6">
              <a:extLst>
                <a:ext uri="{FF2B5EF4-FFF2-40B4-BE49-F238E27FC236}">
                  <a16:creationId xmlns:a16="http://schemas.microsoft.com/office/drawing/2014/main" id="{83C1B116-2489-4BF4-A77E-F0C16CFC74E9}"/>
                </a:ext>
              </a:extLst>
            </p:cNvPr>
            <p:cNvSpPr/>
            <p:nvPr/>
          </p:nvSpPr>
          <p:spPr>
            <a:xfrm>
              <a:off x="884904" y="3455358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Adatok</a:t>
              </a:r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0A1B38F7-8213-DC8F-293D-D3D1159E6184}"/>
                </a:ext>
              </a:extLst>
            </p:cNvPr>
            <p:cNvSpPr/>
            <p:nvPr/>
          </p:nvSpPr>
          <p:spPr>
            <a:xfrm>
              <a:off x="884904" y="4425063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Módszertan</a:t>
              </a:r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F5BC2987-76EA-D60B-2DD1-22F58D1AFDC2}"/>
                </a:ext>
              </a:extLst>
            </p:cNvPr>
            <p:cNvSpPr/>
            <p:nvPr/>
          </p:nvSpPr>
          <p:spPr>
            <a:xfrm>
              <a:off x="884904" y="5394768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Eredmények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152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84CFC-F1B9-831C-172C-B68A0F3F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814D7-B902-81F3-0E12-50B9A94B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195" y="384607"/>
            <a:ext cx="7609610" cy="1298720"/>
          </a:xfrm>
        </p:spPr>
        <p:txBody>
          <a:bodyPr>
            <a:normAutofit/>
          </a:bodyPr>
          <a:lstStyle/>
          <a:p>
            <a:r>
              <a:rPr lang="hu-HU" sz="5400" b="1" dirty="0">
                <a:solidFill>
                  <a:schemeClr val="bg1"/>
                </a:solidFill>
              </a:rPr>
              <a:t>Kutatási kérdés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110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5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CDDE00-03AD-E5BF-8D5F-764C960F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58791" cy="1775402"/>
          </a:xfrm>
        </p:spPr>
        <p:txBody>
          <a:bodyPr>
            <a:noAutofit/>
          </a:bodyPr>
          <a:lstStyle/>
          <a:p>
            <a:r>
              <a:rPr lang="hu-HU" sz="4000" dirty="0">
                <a:solidFill>
                  <a:schemeClr val="accent1"/>
                </a:solidFill>
              </a:rPr>
              <a:t>Milyen hatással volt </a:t>
            </a:r>
            <a:r>
              <a:rPr lang="hu-HU" sz="4000" dirty="0" err="1">
                <a:solidFill>
                  <a:schemeClr val="accent1"/>
                </a:solidFill>
              </a:rPr>
              <a:t>Trump</a:t>
            </a:r>
            <a:r>
              <a:rPr lang="hu-HU" sz="4000" dirty="0">
                <a:solidFill>
                  <a:schemeClr val="accent1"/>
                </a:solidFill>
              </a:rPr>
              <a:t> 2024-es megválasztása egyes amerikai részvényekre?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E4FAB272-1C57-5C57-5381-45C8ECDD5F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855971"/>
              </p:ext>
            </p:extLst>
          </p:nvPr>
        </p:nvGraphicFramePr>
        <p:xfrm>
          <a:off x="-1188028" y="2376344"/>
          <a:ext cx="9552709" cy="3972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07964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84CFC-F1B9-831C-172C-B68A0F3F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814D7-B902-81F3-0E12-50B9A94B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19790"/>
            <a:ext cx="6373091" cy="1922174"/>
          </a:xfrm>
        </p:spPr>
        <p:txBody>
          <a:bodyPr>
            <a:normAutofit/>
          </a:bodyPr>
          <a:lstStyle/>
          <a:p>
            <a:r>
              <a:rPr lang="hu-HU" sz="5400" b="1" dirty="0"/>
              <a:t>Vonatkozó szakirodalom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58459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4E2D9F-CF44-3CD4-9417-F5E483BD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6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3 fő következtetés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55BFEB84-D43F-1EA0-8F11-C5A81C6D1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958909"/>
              </p:ext>
            </p:extLst>
          </p:nvPr>
        </p:nvGraphicFramePr>
        <p:xfrm>
          <a:off x="375804" y="1330036"/>
          <a:ext cx="11440391" cy="5200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395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C8ACE4-62B0-274B-72DC-3F96E4F3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Lehetséges kimenetelek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80B07F11-4D29-AA70-2500-E695D7067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1360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2052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84CFC-F1B9-831C-172C-B68A0F3F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814D7-B902-81F3-0E12-50B9A94B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7810" y="480424"/>
            <a:ext cx="6373091" cy="1155820"/>
          </a:xfrm>
        </p:spPr>
        <p:txBody>
          <a:bodyPr>
            <a:normAutofit/>
          </a:bodyPr>
          <a:lstStyle/>
          <a:p>
            <a:r>
              <a:rPr lang="hu-HU" sz="5400" b="1" dirty="0">
                <a:solidFill>
                  <a:schemeClr val="bg1"/>
                </a:solidFill>
              </a:rPr>
              <a:t>Adatok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991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D5C40D16-D36E-3D2D-EB12-C4D9C5D03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1340432"/>
              </p:ext>
            </p:extLst>
          </p:nvPr>
        </p:nvGraphicFramePr>
        <p:xfrm>
          <a:off x="838200" y="180622"/>
          <a:ext cx="10515600" cy="6434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07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84CFC-F1B9-831C-172C-B68A0F3F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814D7-B902-81F3-0E12-50B9A94B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373091" cy="1535289"/>
          </a:xfrm>
        </p:spPr>
        <p:txBody>
          <a:bodyPr>
            <a:normAutofit/>
          </a:bodyPr>
          <a:lstStyle/>
          <a:p>
            <a:r>
              <a:rPr lang="hu-HU" sz="5400" b="1" dirty="0"/>
              <a:t>Módszertan</a:t>
            </a:r>
            <a:endParaRPr lang="en-US" sz="5400" b="1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EDC567A-5E43-4FC6-23EF-0E1097DE151B}"/>
              </a:ext>
            </a:extLst>
          </p:cNvPr>
          <p:cNvSpPr txBox="1"/>
          <p:nvPr/>
        </p:nvSpPr>
        <p:spPr>
          <a:xfrm>
            <a:off x="101600" y="5825067"/>
            <a:ext cx="193040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48716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5DC1-8C96-D758-233E-57BA4367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44D456-7DBB-9D6A-BC20-1F4C3F65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Módszertan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304098A7-6427-2546-0150-92FEBDEFD00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4878950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304098A7-6427-2546-0150-92FEBDEFD00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4878950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16115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84CFC-F1B9-831C-172C-B68A0F3F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814D7-B902-81F3-0E12-50B9A94B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9454" y="540857"/>
            <a:ext cx="6373091" cy="1922174"/>
          </a:xfrm>
        </p:spPr>
        <p:txBody>
          <a:bodyPr>
            <a:normAutofit/>
          </a:bodyPr>
          <a:lstStyle/>
          <a:p>
            <a:r>
              <a:rPr lang="hu-HU" sz="5400" b="1" dirty="0"/>
              <a:t>Eredmények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710583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E5757-2744-8F89-EC5C-7CCC14A2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FB30D7-9F1F-D3F8-BB3A-1887811C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Eredmények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FE944F-9808-EE32-C3C0-0ECE5C1C6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683979"/>
              </p:ext>
            </p:extLst>
          </p:nvPr>
        </p:nvGraphicFramePr>
        <p:xfrm>
          <a:off x="838200" y="1825625"/>
          <a:ext cx="10440000" cy="4077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12798610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2919505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7947828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499576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7723897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011369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86364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1241027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05903940"/>
                    </a:ext>
                  </a:extLst>
                </a:gridCol>
              </a:tblGrid>
              <a:tr h="679645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T-2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T-1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T+1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T+2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T+3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T+4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T+5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2211"/>
                  </a:ext>
                </a:extLst>
              </a:tr>
              <a:tr h="679645">
                <a:tc>
                  <a:txBody>
                    <a:bodyPr/>
                    <a:lstStyle/>
                    <a:p>
                      <a:pPr algn="r"/>
                      <a:r>
                        <a:rPr lang="hu-HU" sz="1800" dirty="0">
                          <a:latin typeface="+mn-lt"/>
                        </a:rPr>
                        <a:t>DJ military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-0.04</a:t>
                      </a:r>
                      <a:br>
                        <a:rPr lang="hu-HU" sz="1800" b="0" i="0" u="none" strike="noStrike" dirty="0">
                          <a:effectLst/>
                          <a:latin typeface="+mn-lt"/>
                        </a:rPr>
                      </a:b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(-0.05)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0.39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(0.51)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0.19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(0.25)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1.17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(1.52)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-1.36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(-1.77)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+mn-lt"/>
                        </a:rPr>
                        <a:t>3.25</a:t>
                      </a:r>
                      <a:endParaRPr lang="hu-HU" sz="1800" b="1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dirty="0">
                          <a:effectLst/>
                          <a:latin typeface="+mn-lt"/>
                        </a:rPr>
                        <a:t>(4.24)</a:t>
                      </a:r>
                      <a:endParaRPr lang="en-US" sz="1800" b="1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0.70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(0.92)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-1.08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(-1.41)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64229533"/>
                  </a:ext>
                </a:extLst>
              </a:tr>
              <a:tr h="679645">
                <a:tc>
                  <a:txBody>
                    <a:bodyPr/>
                    <a:lstStyle/>
                    <a:p>
                      <a:pPr algn="r"/>
                      <a:r>
                        <a:rPr lang="hu-HU" sz="1800" dirty="0">
                          <a:latin typeface="+mn-lt"/>
                        </a:rPr>
                        <a:t>DJ </a:t>
                      </a:r>
                      <a:r>
                        <a:rPr lang="hu-HU" sz="1800" dirty="0" err="1">
                          <a:latin typeface="+mn-lt"/>
                        </a:rPr>
                        <a:t>oil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-0.90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(-0.88)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+mn-lt"/>
                        </a:rPr>
                        <a:t>2.04</a:t>
                      </a:r>
                      <a:endParaRPr lang="hu-HU" sz="1800" b="1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dirty="0">
                          <a:effectLst/>
                          <a:latin typeface="+mn-lt"/>
                        </a:rPr>
                        <a:t>(2.00)</a:t>
                      </a:r>
                      <a:endParaRPr lang="en-US" sz="1800" b="1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0.20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(0.20)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+mn-lt"/>
                        </a:rPr>
                        <a:t>2.42</a:t>
                      </a:r>
                      <a:endParaRPr lang="hu-HU" sz="1800" b="1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dirty="0">
                          <a:effectLst/>
                          <a:latin typeface="+mn-lt"/>
                        </a:rPr>
                        <a:t>(2.36)</a:t>
                      </a:r>
                      <a:endParaRPr lang="en-US" sz="1800" b="1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-0.51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(-0.50)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0.43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(0.42)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0.71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(0.69)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-0.27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(-0.26)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4338559"/>
                  </a:ext>
                </a:extLst>
              </a:tr>
              <a:tr h="679645">
                <a:tc>
                  <a:txBody>
                    <a:bodyPr/>
                    <a:lstStyle/>
                    <a:p>
                      <a:pPr algn="r"/>
                      <a:r>
                        <a:rPr lang="hu-HU" sz="1800" dirty="0">
                          <a:latin typeface="+mn-lt"/>
                        </a:rPr>
                        <a:t>DJ </a:t>
                      </a:r>
                      <a:r>
                        <a:rPr lang="hu-HU" sz="1800" dirty="0" err="1">
                          <a:latin typeface="+mn-lt"/>
                        </a:rPr>
                        <a:t>tech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-0.10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(-0.15)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0.19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(0.30)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-0.56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(-0.87)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+mn-lt"/>
                        </a:rPr>
                        <a:t>-1.55</a:t>
                      </a:r>
                      <a:endParaRPr lang="hu-HU" sz="1800" b="1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dirty="0">
                          <a:effectLst/>
                          <a:latin typeface="+mn-lt"/>
                        </a:rPr>
                        <a:t>(-2.43)</a:t>
                      </a:r>
                      <a:endParaRPr lang="en-US" sz="1800" b="1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0.88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(1.37)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-1.00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(-1.56)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-0.74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(-1.16)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0.98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(1.53)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2847958"/>
                  </a:ext>
                </a:extLst>
              </a:tr>
              <a:tr h="679645">
                <a:tc>
                  <a:txBody>
                    <a:bodyPr/>
                    <a:lstStyle/>
                    <a:p>
                      <a:pPr algn="r"/>
                      <a:r>
                        <a:rPr lang="hu-HU" sz="1800" dirty="0" err="1">
                          <a:latin typeface="+mn-lt"/>
                        </a:rPr>
                        <a:t>Nasdaq</a:t>
                      </a:r>
                      <a:r>
                        <a:rPr lang="hu-HU" sz="1800" dirty="0">
                          <a:latin typeface="+mn-lt"/>
                        </a:rPr>
                        <a:t> </a:t>
                      </a:r>
                      <a:r>
                        <a:rPr lang="hu-HU" sz="1800" dirty="0" err="1">
                          <a:latin typeface="+mn-lt"/>
                        </a:rPr>
                        <a:t>crypto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-2.15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(-0.72)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-1.26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(-0.42)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0.08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(0.03)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4.55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(1.52)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0.13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(0.04)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0.64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(0.21)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+mn-lt"/>
                        </a:rPr>
                        <a:t>12.60</a:t>
                      </a:r>
                      <a:endParaRPr lang="hu-HU" sz="1800" b="1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dirty="0">
                          <a:effectLst/>
                          <a:latin typeface="+mn-lt"/>
                        </a:rPr>
                        <a:t>(4.21)</a:t>
                      </a:r>
                      <a:endParaRPr lang="en-US" sz="1800" b="1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2.01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(0.67)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60307771"/>
                  </a:ext>
                </a:extLst>
              </a:tr>
              <a:tr h="67964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Trump Media &amp; Technology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-12.62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(-1.70)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13.94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(1.88)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-1.50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(-0.20)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4.58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(0.62)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+mn-lt"/>
                        </a:rPr>
                        <a:t>-26.14</a:t>
                      </a:r>
                      <a:endParaRPr lang="hu-HU" sz="1800" b="1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dirty="0">
                          <a:effectLst/>
                          <a:latin typeface="+mn-lt"/>
                        </a:rPr>
                        <a:t>(-3.53)</a:t>
                      </a:r>
                      <a:endParaRPr lang="en-US" sz="1800" b="1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14.43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(1.95)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5.03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(0.68)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-8.51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(-1.15)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92569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385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760E-6178-F7CF-3762-57410FE5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C00786-6B0C-195D-7F64-97B23071D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Eredmények – </a:t>
            </a:r>
            <a:r>
              <a:rPr lang="hu-HU" dirty="0" err="1">
                <a:solidFill>
                  <a:schemeClr val="accent1"/>
                </a:solidFill>
              </a:rPr>
              <a:t>kripto</a:t>
            </a:r>
            <a:r>
              <a:rPr lang="hu-HU" dirty="0">
                <a:solidFill>
                  <a:schemeClr val="accent1"/>
                </a:solidFill>
              </a:rPr>
              <a:t> piac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81E626-7B39-6CCE-2460-9DF8B18CEA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412799"/>
              </p:ext>
            </p:extLst>
          </p:nvPr>
        </p:nvGraphicFramePr>
        <p:xfrm>
          <a:off x="838200" y="1825625"/>
          <a:ext cx="10440000" cy="4238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12798610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2919505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7947828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499576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7723897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011369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86364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1241027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05903940"/>
                    </a:ext>
                  </a:extLst>
                </a:gridCol>
              </a:tblGrid>
              <a:tr h="847658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T-2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T-1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T+1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T+2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T+3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T+4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>
                          <a:latin typeface="+mn-lt"/>
                        </a:rPr>
                        <a:t>T+5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2211"/>
                  </a:ext>
                </a:extLst>
              </a:tr>
              <a:tr h="847658">
                <a:tc>
                  <a:txBody>
                    <a:bodyPr/>
                    <a:lstStyle/>
                    <a:p>
                      <a:pPr algn="r"/>
                      <a:r>
                        <a:rPr lang="hu-HU" sz="1800" dirty="0" err="1">
                          <a:latin typeface="+mn-lt"/>
                        </a:rPr>
                        <a:t>Coinbase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2.05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(0.55)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3.77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(1.00)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(0.20)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20.16</a:t>
                      </a:r>
                      <a:endParaRPr lang="hu-HU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(5.36)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-1.46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(-0.39)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4.84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(1.29)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17.90</a:t>
                      </a:r>
                      <a:endParaRPr lang="hu-HU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(4.76)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-0.62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(-0.17)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64229533"/>
                  </a:ext>
                </a:extLst>
              </a:tr>
              <a:tr h="847658">
                <a:tc>
                  <a:txBody>
                    <a:bodyPr/>
                    <a:lstStyle/>
                    <a:p>
                      <a:pPr algn="r"/>
                      <a:r>
                        <a:rPr lang="hu-HU" sz="1800" dirty="0">
                          <a:latin typeface="+mn-lt"/>
                        </a:rPr>
                        <a:t>MARA </a:t>
                      </a:r>
                      <a:r>
                        <a:rPr lang="hu-HU" sz="1800" dirty="0" err="1">
                          <a:latin typeface="+mn-lt"/>
                        </a:rPr>
                        <a:t>Holdings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-4.83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(-0.96)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-2.47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(-0.49)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1.28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(0.26)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9.91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(1.97)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-1.91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(-0.38)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-1.00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(-0.20)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26.37</a:t>
                      </a:r>
                      <a:endParaRPr lang="hu-HU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(5.25)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2.30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(0.46)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4338559"/>
                  </a:ext>
                </a:extLst>
              </a:tr>
              <a:tr h="847658">
                <a:tc>
                  <a:txBody>
                    <a:bodyPr/>
                    <a:lstStyle/>
                    <a:p>
                      <a:pPr algn="r"/>
                      <a:r>
                        <a:rPr lang="hu-HU" sz="1800" dirty="0">
                          <a:latin typeface="+mn-lt"/>
                        </a:rPr>
                        <a:t>Riot </a:t>
                      </a:r>
                      <a:r>
                        <a:rPr lang="hu-HU" sz="1800" dirty="0" err="1">
                          <a:latin typeface="+mn-lt"/>
                        </a:rPr>
                        <a:t>Platforms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1.95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(0.41)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-3.35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(-0.71)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4.90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(1.04)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16.85</a:t>
                      </a:r>
                      <a:endParaRPr lang="hu-HU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(3.58)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-0.48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(-0.10)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2.71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(0.58)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15.71</a:t>
                      </a:r>
                      <a:endParaRPr lang="hu-HU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(3.34)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-2.36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(-0.50)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2847958"/>
                  </a:ext>
                </a:extLst>
              </a:tr>
              <a:tr h="847658">
                <a:tc>
                  <a:txBody>
                    <a:bodyPr/>
                    <a:lstStyle/>
                    <a:p>
                      <a:pPr algn="r"/>
                      <a:r>
                        <a:rPr lang="hu-HU" sz="1800" dirty="0" err="1">
                          <a:latin typeface="+mn-lt"/>
                        </a:rPr>
                        <a:t>Nasdaq</a:t>
                      </a:r>
                      <a:r>
                        <a:rPr lang="hu-HU" sz="1800" dirty="0">
                          <a:latin typeface="+mn-lt"/>
                        </a:rPr>
                        <a:t> </a:t>
                      </a:r>
                      <a:r>
                        <a:rPr lang="hu-HU" sz="1800" dirty="0" err="1">
                          <a:latin typeface="+mn-lt"/>
                        </a:rPr>
                        <a:t>crypto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-2.15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(-0.72)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-1.26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(-0.42)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0.08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(0.03)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4.55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(1.52)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0.13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(0.04)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0.64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(0.21)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+mn-lt"/>
                        </a:rPr>
                        <a:t>12.60</a:t>
                      </a:r>
                      <a:endParaRPr lang="hu-HU" sz="1800" b="1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1" i="0" u="none" strike="noStrike" dirty="0">
                          <a:effectLst/>
                          <a:latin typeface="+mn-lt"/>
                        </a:rPr>
                        <a:t>(4.21)</a:t>
                      </a:r>
                      <a:endParaRPr lang="en-US" sz="1800" b="1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+mn-lt"/>
                        </a:rPr>
                        <a:t>2.01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effectLst/>
                          <a:latin typeface="+mn-lt"/>
                        </a:rPr>
                        <a:t>(0.67)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60307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207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AB82-8FCA-7AE5-84C7-91389A5E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1A507A-922A-038D-1197-106C9757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36D59CBE-57E2-245E-F126-48C7178A8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6767"/>
            <a:ext cx="11880000" cy="5624466"/>
          </a:xfrm>
        </p:spPr>
      </p:pic>
    </p:spTree>
    <p:extLst>
      <p:ext uri="{BB962C8B-B14F-4D97-AF65-F5344CB8AC3E}">
        <p14:creationId xmlns:p14="http://schemas.microsoft.com/office/powerpoint/2010/main" val="2183130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A221A-192A-34CA-3C31-5ED862BB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0C151A-B8D5-7009-54DD-4D838551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>
              <a:solidFill>
                <a:schemeClr val="accent1"/>
              </a:solidFill>
            </a:endParaRPr>
          </a:p>
        </p:txBody>
      </p:sp>
      <p:pic>
        <p:nvPicPr>
          <p:cNvPr id="7" name="Content Placeholder 6" descr="A graph of a graph&#10;&#10;AI-generated content may be incorrect.">
            <a:extLst>
              <a:ext uri="{FF2B5EF4-FFF2-40B4-BE49-F238E27FC236}">
                <a16:creationId xmlns:a16="http://schemas.microsoft.com/office/drawing/2014/main" id="{9924FBC5-686C-930A-548A-8BEC8A4E9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6767"/>
            <a:ext cx="11880000" cy="5624466"/>
          </a:xfrm>
        </p:spPr>
      </p:pic>
    </p:spTree>
    <p:extLst>
      <p:ext uri="{BB962C8B-B14F-4D97-AF65-F5344CB8AC3E}">
        <p14:creationId xmlns:p14="http://schemas.microsoft.com/office/powerpoint/2010/main" val="2129859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0B4C1A-A5F7-7FB4-DDD1-523A46B7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Részben reagáltak csak a piacok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A35298-5A06-5094-6AC6-B422D1A3DE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705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6357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0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TM03457464[[fn=Osztalék]]</Template>
  <TotalTime>538</TotalTime>
  <Words>727</Words>
  <Application>Microsoft Office PowerPoint</Application>
  <PresentationFormat>Widescreen</PresentationFormat>
  <Paragraphs>241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Office-téma</vt:lpstr>
      <vt:lpstr>A 2024-es amerikai elnökválasztás hatása egyes részvények áraira</vt:lpstr>
      <vt:lpstr>Tartalom</vt:lpstr>
      <vt:lpstr>Kutatási kérdés</vt:lpstr>
      <vt:lpstr>Milyen hatással volt Trump 2024-es megválasztása egyes amerikai részvényekre?</vt:lpstr>
      <vt:lpstr>Vonatkozó szakirodalom</vt:lpstr>
      <vt:lpstr>3 fő következtetés</vt:lpstr>
      <vt:lpstr>Lehetséges kimenetelek</vt:lpstr>
      <vt:lpstr>Adatok</vt:lpstr>
      <vt:lpstr>PowerPoint Presentation</vt:lpstr>
      <vt:lpstr>Módszertan</vt:lpstr>
      <vt:lpstr>Módszertan</vt:lpstr>
      <vt:lpstr>Eredmények</vt:lpstr>
      <vt:lpstr>Eredmények</vt:lpstr>
      <vt:lpstr>Eredmények – kripto piac</vt:lpstr>
      <vt:lpstr>PowerPoint Presentation</vt:lpstr>
      <vt:lpstr>PowerPoint Presentation</vt:lpstr>
      <vt:lpstr>Részben reagáltak csak a piacok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Mátyás Klimkó</dc:creator>
  <cp:lastModifiedBy>Őrsi Marcell</cp:lastModifiedBy>
  <cp:revision>32</cp:revision>
  <dcterms:created xsi:type="dcterms:W3CDTF">2025-11-13T19:09:07Z</dcterms:created>
  <dcterms:modified xsi:type="dcterms:W3CDTF">2025-12-05T11:52:41Z</dcterms:modified>
</cp:coreProperties>
</file>